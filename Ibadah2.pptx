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FFFFF"/>
                </a:solidFill>
                <a:latin typeface="Montserrat"/>
              </a:defRPr>
            </a:pPr>
            <a:r>
              <a:t>TATA IBADAH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FFFFF"/>
                </a:solidFill>
                <a:latin typeface="Montserrat"/>
              </a:defRPr>
            </a:pPr>
            <a:r>
              <a:t>HARI MINGGU BENTUK II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FFFFF"/>
                </a:solidFill>
                <a:latin typeface="Montserrat"/>
              </a:defRPr>
            </a:pPr>
            <a:r>
              <a:t>GMIM “SYALOOM” DIMEMBE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500">
                <a:solidFill>
                  <a:srgbClr val="1E1E1E"/>
                </a:solidFill>
                <a:latin typeface="Montserrat"/>
              </a:defRPr>
            </a:pPr>
            <a:r>
              <a:t>Tema : “Iman Kamu Jangan Bergantung</a:t>
            </a:r>
          </a:p>
          <a:p>
            <a:pPr algn="l">
              <a:defRPr sz="4500">
                <a:solidFill>
                  <a:srgbClr val="1E1E1E"/>
                </a:solidFill>
                <a:latin typeface="Montserrat"/>
              </a:defRPr>
            </a:pPr>
            <a:r>
              <a:t>Pada Hikmat Manusia, Tetapi Pada Kekuatan Allah”</a:t>
            </a:r>
          </a:p>
          <a:p>
            <a:pPr algn="l">
              <a:defRPr sz="4500">
                <a:solidFill>
                  <a:srgbClr val="1E1E1E"/>
                </a:solidFill>
                <a:latin typeface="Montserrat"/>
              </a:defRPr>
            </a:pPr>
            <a:r>
              <a:t>Minggu, 10 Mei 2026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FFFFF"/>
                </a:solidFill>
                <a:latin typeface="Montserrat"/>
              </a:defRPr>
            </a:pPr>
            <a:r>
              <a:t>PERSIAPAN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500">
                <a:solidFill>
                  <a:srgbClr val="1E1E1E"/>
                </a:solidFill>
                <a:latin typeface="Montserrat"/>
              </a:defRPr>
            </a:pPr>
            <a:r>
              <a:t>KEMULIAAN BAGI ALLAH (Jemaat berdiri)</a:t>
            </a:r>
          </a:p>
          <a:p>
            <a:pPr algn="l">
              <a:defRPr sz="4500">
                <a:solidFill>
                  <a:srgbClr val="1E1E1E"/>
                </a:solidFill>
                <a:latin typeface="Montserrat"/>
              </a:defRPr>
            </a:pPr>
            <a:r>
              <a:t>PK Pujilah TUHAN, marilah berjalan ke rumah-Nya.</a:t>
            </a:r>
          </a:p>
          <a:p>
            <a:pPr algn="l">
              <a:defRPr sz="4500">
                <a:solidFill>
                  <a:srgbClr val="1E1E1E"/>
                </a:solidFill>
                <a:latin typeface="Montserrat"/>
              </a:defRPr>
            </a:pPr>
            <a:r>
              <a:t>Pujilah TUHAN, angkatlah tanganmu kepada-Nya.</a:t>
            </a:r>
          </a:p>
          <a:p>
            <a:pPr algn="l">
              <a:defRPr sz="4500">
                <a:solidFill>
                  <a:srgbClr val="1E1E1E"/>
                </a:solidFill>
                <a:latin typeface="Montserrat"/>
              </a:defRPr>
            </a:pPr>
            <a:r>
              <a:t>Kiranya Khalik dunia memberkati umat-Nya, yang datang untuk berbakti dan melayani Dia.</a:t>
            </a:r>
          </a:p>
          <a:p>
            <a:pPr algn="l">
              <a:defRPr sz="4500">
                <a:solidFill>
                  <a:srgbClr val="1E1E1E"/>
                </a:solidFill>
                <a:latin typeface="Montserrat"/>
              </a:defRPr>
            </a:pPr>
            <a:r>
              <a:t>(saduran dari Mazmur 134).</a:t>
            </a:r>
          </a:p>
          <a:p>
            <a:pPr algn="l">
              <a:defRPr sz="4500">
                <a:solidFill>
                  <a:srgbClr val="1E1E1E"/>
                </a:solidFill>
                <a:latin typeface="Montserrat"/>
              </a:defRPr>
            </a:pPr>
            <a:r>
              <a:t>Marilah kita memuliakan TUHAN, Allah kita, dengan menyanyi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2C94C"/>
                </a:solidFill>
                <a:latin typeface="Montserrat"/>
              </a:defRPr>
            </a:pPr>
            <a:r>
              <a:t>Menyanyi KJ No. 14 “Muliakan Tuhan Allah”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Muliakan Tuhan Allah, muliakan Tuhan Allah,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Muliakan pimpinanNya dalam kasih sayangNya.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PANGGILAN UNTUK BERDOA (Jemaat berdiri)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	Jemaat yang dikasihi TUHAN, marilah kita sujud menyembah,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berlutut di hadapan TUHAN yang menjadikan kita.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J	Sebab Dialah Allah kita,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A928A"/>
                </a:solidFill>
                <a:latin typeface="Montserrat"/>
              </a:defRPr>
            </a:pPr>
            <a:r>
              <a:t>Menyanyi KJ No. 14 “Muliakan Tuhan Allah”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dan kitalah umat gembalaan-Nya dan kawanan domba tuntunan tangan-Nya. (Mazmur 95:6,7a)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A928A"/>
                </a:solidFill>
                <a:latin typeface="Montserrat"/>
              </a:defRPr>
            </a:pPr>
            <a:r>
              <a:t>Menyanyi KJ No. 14 “Muliakan Tuhan Allah”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FFFFF"/>
                </a:solidFill>
                <a:latin typeface="Montserrat"/>
              </a:defRPr>
            </a:pPr>
            <a:r>
              <a:t>DOA PENYEMBAHAN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500">
                <a:solidFill>
                  <a:srgbClr val="1E1E1E"/>
                </a:solidFill>
                <a:latin typeface="Montserrat"/>
              </a:defRPr>
            </a:pPr>
            <a:r>
              <a:t>P	Marilah kita berdoa :</a:t>
            </a:r>
          </a:p>
          <a:p>
            <a:pPr algn="l">
              <a:defRPr sz="4500">
                <a:solidFill>
                  <a:srgbClr val="1E1E1E"/>
                </a:solidFill>
                <a:latin typeface="Montserrat"/>
              </a:defRPr>
            </a:pPr>
            <a:r>
              <a:t>Datanglah kepada kami, ya Allah, seperti kami datang kepada-Mu.</a:t>
            </a:r>
          </a:p>
          <a:p>
            <a:pPr algn="l">
              <a:defRPr sz="4500">
                <a:solidFill>
                  <a:srgbClr val="1E1E1E"/>
                </a:solidFill>
                <a:latin typeface="Montserrat"/>
              </a:defRPr>
            </a:pPr>
            <a:r>
              <a:t>J	Engkaulah bagi kami tempat perlindungan dan kekuatan untuk selama-lamanya,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FFFFF"/>
                </a:solidFill>
                <a:latin typeface="Montserrat"/>
              </a:defRPr>
            </a:pPr>
            <a:r>
              <a:t>P	...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2C94C"/>
                </a:solidFill>
                <a:latin typeface="Montserrat"/>
              </a:defRPr>
            </a:pPr>
            <a:r>
              <a:t>Menyanyi KJ No. 19 “Tuhan-ku Yesus”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Tuhan-ku Yesus, Raja alam raya, Allah dan manusia,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Kau kukasihi, Kau Junjunganku, Bahagiaku yang baka.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PENGAKUAN DOSA (Jemaat duduk)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	Dosaku kuberitahukan kepada Allah dan kesalahanku tidaklah kusembunyikan,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(saduran dari Mazmur 32:5a)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J	Aku berkata: “Aku akan mengaku kepada TUHAN pelanggaran-pelanggaranku,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A928A"/>
                </a:solidFill>
                <a:latin typeface="Montserrat"/>
              </a:defRPr>
            </a:pPr>
            <a:r>
              <a:t>Menyanyi KJ No. 19 “Tuhan-ku Yesus”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dan Engkau mengampuni kesalahan karena dosaku.” Mazmur 32:5b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	Marilah kita mengaku dosa kita : … 	(Kemudian dilanjutkan dengan:)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“Allah Yang Mahakuasa,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yang dengan sukarela memberi pengampunan kepada setiap orang yang menyesali dosanya dan berpaling kepada-Mu,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sekarang ini genapkanlah kiranya janji anugerah-Mu yang menyelamatkan itu ke dalam hati tiap-tiap orang yang menyesali dosanya,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hapuskanlah semua dosa kami dan bersihkanlah hati nurani kami oleh pengorbanan Kristus,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A928A"/>
                </a:solidFill>
                <a:latin typeface="Montserrat"/>
              </a:defRPr>
            </a:pPr>
            <a:r>
              <a:t>Menyanyi KJ No. 19 “Tuhan-ku Yesus”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TUHAN kami;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dan peliharalah kami selalu dalam damai sejahtera dan kegembiraan kehidupan yang suci,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supaya untuk selama-lamanya kami boleh mengasihi Dikau dan mengabdi kepada-Mu;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dalam nama Allah: Bapa, Anak dan Roh Kudus. Amin.”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A928A"/>
                </a:solidFill>
                <a:latin typeface="Montserrat"/>
              </a:defRPr>
            </a:pPr>
            <a:r>
              <a:t>Menyanyi KJ No. 19 “Tuhan-ku Yesus”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2C94C"/>
                </a:solidFill>
                <a:latin typeface="Montserrat"/>
              </a:defRPr>
            </a:pPr>
            <a:r>
              <a:t>Menyanyi PKJ No. 37 “Bila Kurenung Dosaku Tuhan”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Bila kurenung dosaku padaMu, Tuhan,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Yang berulang kulakukan di hadapanMu,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Refr	Kasih sayangMu perlindunganku.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Di bawah naungan sayapMu damai hatiku.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Kasih sayangMu pengharapanku.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Usapan kasih setiaMu s’lalu kurindu.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A928A"/>
                </a:solidFill>
                <a:latin typeface="Montserrat"/>
              </a:defRPr>
            </a:pPr>
            <a:r>
              <a:t>Menyanyi PKJ No. 37 “Bila Kurenung Dosaku Tuhan”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FFFFF"/>
                </a:solidFill>
                <a:latin typeface="Montserrat"/>
              </a:defRPr>
            </a:pPr>
            <a:r>
              <a:t>JANJI ANUGERAH ALLAH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500">
                <a:solidFill>
                  <a:srgbClr val="1E1E1E"/>
                </a:solidFill>
                <a:latin typeface="Montserrat"/>
              </a:defRPr>
            </a:pPr>
            <a:r>
              <a:t>P	Membaca Yohanes 3:16.</a:t>
            </a:r>
          </a:p>
          <a:p>
            <a:pPr algn="l">
              <a:defRPr sz="4500">
                <a:solidFill>
                  <a:srgbClr val="1E1E1E"/>
                </a:solidFill>
                <a:latin typeface="Montserrat"/>
              </a:defRPr>
            </a:pPr>
            <a:r>
              <a:t>Karena begitu besar kasih Allah akan dunia ini,</a:t>
            </a:r>
          </a:p>
          <a:p>
            <a:pPr algn="l">
              <a:defRPr sz="4500">
                <a:solidFill>
                  <a:srgbClr val="1E1E1E"/>
                </a:solidFill>
                <a:latin typeface="Montserrat"/>
              </a:defRPr>
            </a:pPr>
            <a:r>
              <a:t>sehingga Ia telah mengaruniakan Anak-Nya yang tunggal,</a:t>
            </a:r>
          </a:p>
          <a:p>
            <a:pPr algn="l">
              <a:defRPr sz="4500">
                <a:solidFill>
                  <a:srgbClr val="1E1E1E"/>
                </a:solidFill>
                <a:latin typeface="Montserrat"/>
              </a:defRPr>
            </a:pPr>
            <a:r>
              <a:t>supaya setiap orang yang percaya kepada-Nya tidak binasa,</a:t>
            </a:r>
          </a:p>
          <a:p>
            <a:pPr algn="l">
              <a:defRPr sz="4500">
                <a:solidFill>
                  <a:srgbClr val="1E1E1E"/>
                </a:solidFill>
                <a:latin typeface="Montserrat"/>
              </a:defRPr>
            </a:pPr>
            <a:r>
              <a:t>melainkan beroleh hidup yang kekal.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2C94C"/>
                </a:solidFill>
                <a:latin typeface="Montserrat"/>
              </a:defRPr>
            </a:pPr>
            <a:r>
              <a:t>Menyanyi NNBT No. 9 “Ku Akan Selalu Bersyukur”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Ku akan selalu bersyukur kepadaMu Yesus Tuhan-ku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Yang menanggung semua dosaku karena kasihMu yang besar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Refr		Betapa agung Kau Tuhan, betapa baik Kau Tuhan.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KasihMu yang tak terukur membuat hatiku tent'ram.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PUJI-PUJIAN (Jemaat berdiri)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 	Sekarang ini muliakanlah TUHAN, Allah kita,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A928A"/>
                </a:solidFill>
                <a:latin typeface="Montserrat"/>
              </a:defRPr>
            </a:pPr>
            <a:r>
              <a:t>Menyanyi NNBT No. 9 “Ku Akan Selalu Bersyukur”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J		dan pujilah nama-Nya yang tinggi luhur!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	Bersyukurlah kepada TUHAN, sebab Ia baik,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J		bahwasanya untuk selama-lamanya kasih setia-Nya!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	Marilah kita membaca berbalas-balasan Mazmur 135:1-4, 19-21.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	Haleluya! Pujilah nama TUHAN,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J		pujilah, hai hamba-hamba TUHAN,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A928A"/>
                </a:solidFill>
                <a:latin typeface="Montserrat"/>
              </a:defRPr>
            </a:pPr>
            <a:r>
              <a:t>Menyanyi NNBT No. 9 “Ku Akan Selalu Bersyukur”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	hai orang-orang yang datang melayani di rumah TUHAN,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J		di pelataran rumah Allah kita!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	Pujilah TUHAN, sebab TUHAN itu baik,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J		bermazmurlah bagi nama-Nya, sebab nama itu indah!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	Sebab TUHAN telah memilih Yakub bagi-Nya,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J		Israel menjadi milik kesayangan-Nya.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A928A"/>
                </a:solidFill>
                <a:latin typeface="Montserrat"/>
              </a:defRPr>
            </a:pPr>
            <a:r>
              <a:t>Menyanyi NNBT No. 9 “Ku Akan Selalu Bersyukur”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	Hai kaum Israel, pujilah TUHAN!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J		Hai kaum Harun, pujilah TUHAN!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	Hai kaum Lewi, pujilah Tuhan!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J		Hai orang-orang yang takut akan TUHAN, pujilah TUHAN!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P+J	Terpujilah TUHAN dari Sion, Dia yang diam di Yerusalem! Haleluya!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A928A"/>
                </a:solidFill>
                <a:latin typeface="Montserrat"/>
              </a:defRPr>
            </a:pPr>
            <a:r>
              <a:t>Menyanyi NNBT No. 9 “Ku Akan Selalu Bersyukur”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2C94C"/>
                </a:solidFill>
                <a:latin typeface="Montserrat"/>
              </a:defRPr>
            </a:pPr>
            <a:r>
              <a:t>Menyanyi NKB No. 3 “Terpujilah Allah”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Terpujilah Allah, hikmatNya besar, begitu kasihNya ‘tuk dunia cemar,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Sehingga dib’rilah PutraNya Kudus mengangkat manusia serta menebus.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Refr	Pujilah, pujilah! Buatlah dunia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Bergemar, bergemar mendengar suaraNya.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Dapatkanlah Allah demi PutraNya,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B’ri puji padaNya sebab hikmatNya.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A928A"/>
                </a:solidFill>
                <a:latin typeface="Montserrat"/>
              </a:defRPr>
            </a:pPr>
            <a:r>
              <a:t>Menyanyi NKB No. 3 “Terpujilah Allah”</a:t>
            </a: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PEMBACAAN ALKITAB (Jemaat duduk)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 	Marilah kita berdoa : …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Dengarkanlah Firman Tuhan : 1 KORINTUS 1:18-2:5.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	TUHAN kiranya memberkati pembacaan Firman-Nya yang suci. Amin.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A928A"/>
                </a:solidFill>
                <a:latin typeface="Montserrat"/>
              </a:defRPr>
            </a:pPr>
            <a:r>
              <a:t>Menyanyi NKB No. 3 “Terpujilah Allah”</a:t>
            </a:r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2C94C"/>
                </a:solidFill>
                <a:latin typeface="Montserrat"/>
              </a:defRPr>
            </a:pPr>
            <a:r>
              <a:t>Menyanyi NKB No. 119 “Nyanyikan Lagi Bagiku”</a:t>
            </a:r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Nyanyikan lagi bagiku, Firman Kehidupan.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Sungguh mulia dan merdu, Firman Kehidupan.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Firman yang terindah, ajarku setia.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Refr		Indah benar, ajaib benar, Firman Kehidupan.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Indah benar, ajaib benar, Firman Kehidupan.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PENGAKUAN IMAN (Jemaat berdiri)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A928A"/>
                </a:solidFill>
                <a:latin typeface="Montserrat"/>
              </a:defRPr>
            </a:pPr>
            <a:r>
              <a:t>Menyanyi NKB No. 119 “Nyanyikan Lagi Bagiku”</a:t>
            </a:r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	TUHAN, tambahkanlah iman kami,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J	dan kebenaran-Mu akan memerdekakan kami.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P+J	Pengakuan Iman Rasuli :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DOA UMUM (Jemaat duduk)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	Marilah kita berdoa :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A928A"/>
                </a:solidFill>
                <a:latin typeface="Montserrat"/>
              </a:defRPr>
            </a:pPr>
            <a:r>
              <a:t>Menyanyi NKB No. 119 “Nyanyikan Lagi Bagiku”</a:t>
            </a:r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2C94C"/>
                </a:solidFill>
                <a:latin typeface="Montserrat"/>
              </a:defRPr>
            </a:pPr>
            <a:r>
              <a:t>Nyanyian Jemaat (sebelum khotbah)</a:t>
            </a:r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FFFFF"/>
                </a:solidFill>
                <a:latin typeface="Montserrat"/>
              </a:defRPr>
            </a:pPr>
            <a:r>
              <a:t>P	KHOTBAH</a:t>
            </a:r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2C94C"/>
                </a:solidFill>
                <a:latin typeface="Montserrat"/>
              </a:defRPr>
            </a:pPr>
            <a:r>
              <a:t>Nyanyian Jemaat (sesudah khotbah)</a:t>
            </a:r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FFFFF"/>
                </a:solidFill>
                <a:latin typeface="Montserrat"/>
              </a:defRPr>
            </a:pPr>
            <a:r>
              <a:t>PERSEMBAHAN</a:t>
            </a:r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2C94C"/>
                </a:solidFill>
                <a:latin typeface="Montserrat"/>
              </a:defRPr>
            </a:pPr>
            <a:r>
              <a:t>Menyanyi KJ No. 289 “Tuhan Pencipta Semesta”</a:t>
            </a:r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Tuhan, Pencipta semesta, Kaulah Yang Mahamulia;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Sungguh besar karunia yang Kauberi.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KasihMu nyata terjelma di sinar surya yang cerah,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Di sawah dan tuaiannya yang Kauberi.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Puji syukur terimalah atas berkat anugerah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Di rumah yang sejahtera yang Kauberi.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A928A"/>
                </a:solidFill>
                <a:latin typeface="Montserrat"/>
              </a:defRPr>
            </a:pPr>
            <a:r>
              <a:t>Menyanyi KJ No. 289 “Tuhan Pencipta Semesta”</a:t>
            </a:r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Kau merelakan Put’raMu, supaya dunia ditebus;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DenganNya kurnia penuh t’lah Kauberi.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Kau mencurahkan Roh Kudus dengan segala yang perlu: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Hidup, kuasa, kasihMu Engkau beri.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Tidak terbalas kurnia, ampunan dosa dunia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Dan pengharapan yang baka yang Kauberi.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A928A"/>
                </a:solidFill>
                <a:latin typeface="Montserrat"/>
              </a:defRPr>
            </a:pPr>
            <a:r>
              <a:t>Menyanyi KJ No. 289 “Tuhan Pencipta Semesta”</a:t>
            </a:r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Hilanglah harta yang fana; yang kami cari hanyalah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Harta sorgawi yang baka yang Kauberi.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Pemb’rian kami s’lamanya dari tanganMu asalnya;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Yang Kauterima itulah yang Kauberi.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A928A"/>
                </a:solidFill>
                <a:latin typeface="Montserrat"/>
              </a:defRPr>
            </a:pPr>
            <a:r>
              <a:t>Menyanyi KJ No. 289 “Tuhan Pencipta Semesta”</a:t>
            </a:r>
          </a:p>
        </p:txBody>
      </p:sp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FFFFF"/>
                </a:solidFill>
                <a:latin typeface="Montserrat"/>
              </a:defRPr>
            </a:pPr>
            <a:r>
              <a:t>DOA PENUTUP</a:t>
            </a:r>
          </a:p>
        </p:txBody>
      </p:sp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FFFFF"/>
                </a:solidFill>
                <a:latin typeface="Montserrat"/>
              </a:defRPr>
            </a:pPr>
            <a:r>
              <a:t>P	Marilah kita berdoa : …</a:t>
            </a:r>
          </a:p>
        </p:txBody>
      </p:sp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FFFFF"/>
                </a:solidFill>
                <a:latin typeface="Montserrat"/>
              </a:defRPr>
            </a:pPr>
            <a:r>
              <a:t>WARTA JEMAAT</a:t>
            </a:r>
          </a:p>
        </p:txBody>
      </p:sp>
    </p:spTree>
  </p:cSld>
  <p:clrMapOvr>
    <a:masterClrMapping/>
  </p:clrMapOvr>
  <p:transition spd="med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FFFFF"/>
                </a:solidFill>
                <a:latin typeface="Montserrat"/>
              </a:defRPr>
            </a:pPr>
            <a:r>
              <a:t>KOLEKTE EXTRA</a:t>
            </a:r>
          </a:p>
        </p:txBody>
      </p:sp>
    </p:spTree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2C94C"/>
                </a:solidFill>
                <a:latin typeface="Montserrat"/>
              </a:defRPr>
            </a:pPr>
            <a:r>
              <a:t>NYANYIAN PENUTUP (Jemaat duduk)</a:t>
            </a:r>
          </a:p>
        </p:txBody>
      </p:sp>
    </p:spTree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2C94C"/>
                </a:solidFill>
                <a:latin typeface="Montserrat"/>
              </a:defRPr>
            </a:pPr>
            <a:r>
              <a:t>Menyanyi NKB No. 188 “Tiap Langkahku”</a:t>
            </a:r>
          </a:p>
        </p:txBody>
      </p:sp>
    </p:spTree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Tiap langkahku diatur oleh Tuhan dan tangan kasihNya memimpinku.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Di tengah badai dunia menakutkan, hatiku tetap tenang teduh.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Refr	Tiap langkahku ‘ku tahu yang Tuhan pimpin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Ke tempat tinggi ‘ku dihantarNya,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Hingga sekali nanti aku tiba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Di rumah Bapa sorga yang baka.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A928A"/>
                </a:solidFill>
                <a:latin typeface="Montserrat"/>
              </a:defRPr>
            </a:pPr>
            <a:r>
              <a:t>Menyanyi NKB No. 188 “Tiap Langkahku”</a:t>
            </a:r>
          </a:p>
        </p:txBody>
      </p:sp>
    </p:spTree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BERKAT (Jemaat berdiri)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P	Kasih karunia TUHAN Yesus Kristus,</a:t>
            </a:r>
          </a:p>
          <a:p>
            <a:pPr algn="ctr">
              <a:defRPr sz="5000">
                <a:solidFill>
                  <a:srgbClr val="FFFFFF"/>
                </a:solidFill>
                <a:latin typeface="Montserrat"/>
              </a:defRPr>
            </a:pPr>
            <a:r>
              <a:t>dan kasih Allah dan persekutuan Roh Kudus menyertai saudara sekalian.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A928A"/>
                </a:solidFill>
                <a:latin typeface="Montserrat"/>
              </a:defRPr>
            </a:pPr>
            <a:r>
              <a:t>Menyanyi NKB No. 188 “Tiap Langkahku”</a:t>
            </a:r>
          </a:p>
        </p:txBody>
      </p:sp>
    </p:spTree>
  </p:cSld>
  <p:clrMapOvr>
    <a:masterClrMapping/>
  </p:clrMapOvr>
  <p:transition spd="med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0" b="1">
                <a:solidFill>
                  <a:srgbClr val="FFFFFF"/>
                </a:solidFill>
                <a:latin typeface="Montserrat"/>
              </a:defRPr>
            </a:pPr>
            <a:r>
              <a:t>J</a:t>
            </a:r>
          </a:p>
        </p:txBody>
      </p:sp>
    </p:spTree>
  </p:cSld>
  <p:clrMapOvr>
    <a:masterClrMapping/>
  </p:clrMapOvr>
  <p:transition spd="med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500">
                <a:solidFill>
                  <a:srgbClr val="1E1E1E"/>
                </a:solidFill>
                <a:latin typeface="Montserrat"/>
              </a:defRPr>
            </a:pPr>
            <a:r>
              <a:t>.............................. Saat Teduh ..............................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