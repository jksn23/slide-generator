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TATA IBADAH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HARI MINGGU BENTUK III DAN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PELANTIKAN PANITIA PEMILIHAN PELAYAN KHUSUS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Tema Bulanan : “Spiritualitas Kebangkitan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Yesus Kristus Menggerakkan Gereja Untuk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Melayani Mewujudkan Tanda-Tanda Kerajaan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Allah” Tema Mingguan : “Takhta-Mu, Ya Allah,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Tetap Untuk Seterusnya Dan Selamanya,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Tongkat-Mu Adalah Tongkat Kebenaran”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Tema Bulanan : “Spiritualitas Kebangkitan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Yesus Kristus Menggerakkan Gereja Untuk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Melayani Mewujudkan Tanda-Tanda Kerajaan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Allah” Tema Mingguan : “Takhta-Mu, Ya Allah,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Tetap Untuk Seterusnya Dan Selamanya,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Tongkat-Mu Adalah Tongkat Kebenaran”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80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(Ibrani 1:5-14)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GMIM “SYALOOM” DIMEMBE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PERSIAPAN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MASUK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PK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berdiri, dan memulaikan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ibadah ini dengan menyanyi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PK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berdiri, dan memulaikan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ibadah ini dengan menyanyi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KJ No. 4 “Hai Mari Sembah”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Hai mari sembah Yang Mahabesar,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nyanyikan syukur dengan bergemar.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Perisai umatNya, Yang Mahaesa, mulia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namaNya, takhtaNya megah!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Hai mari sembah Yang Mahabesar,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nyanyikan syukur dengan bergemar.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Perisai umatNya, Yang Mahaesa, mulia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namaNya, takhtaNya megah!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TAHBISAN DAN SALAM (Jemaat berdiri)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Pertolongan kepada kita adalah dalam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nama TUHAN, Allah Pencipta langit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bumi, yang memelihara kesetiaan-Nya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sampai selama-lamanya dan tidak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meninggalkan perbuatan tangan-Nya. Amin</a:t>
            </a:r>
          </a:p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Kasih karunia dan damai sejahtera dari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Allah, Bapa kita, dan dari TUHAN 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Pertolongan kepada kita adalah dalam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nama TUHAN, Allah Pencipta langit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bumi, yang memelihara kesetiaan-Nya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sampai selama-lamanya dan tidak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meninggalkan perbuatan tangan-Nya. Amin</a:t>
            </a:r>
          </a:p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Kasih karunia dan damai sejahtera dari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Allah, Bapa kita, dan dari TUHAN Yesus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Kristus menyertai saudara-saudara.</a:t>
            </a:r>
          </a:p>
          <a:p>
            <a:pPr algn="r"/>
            <a:r>
              <a:rPr sz="45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Kristus menyertai saudara-saudara.</a:t>
            </a:r>
          </a:p>
          <a:p>
            <a:pPr algn="r"/>
            <a:r>
              <a:rPr sz="45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Amin.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NAS PEMBIMBING (Mazmur 9:8-9)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Tetapi TUHAN bersemayam untuk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selama-lamanya, takhta-Nya didirikan-Nya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untuk menjalankan penghakiman. Dialah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yang menghakimi dunia dengan keadilan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dan mengadili bangsa-bangsa dengan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kebenaran.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Tetapi TUHAN bersemayam untuk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selama-lamanya, takhta-Nya didirikan-Nya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untuk menjalankan penghakiman. Dialah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yang menghakimi dunia dengan keadilan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dan mengadili bangsa-bangsa dengan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kebenaran.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KJ No. 247 “Sungguh Kerajaan Allah”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Sungguh, Kerajaan Allah di bumi tak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kalah.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Yesus yang bangkit dilantik menjadi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Kepala.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Ia menang; g’lapmu menjadi terang: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lihatlah fajar menyala.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Sungguh, Kerajaan Allah di bumi tak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kalah.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Yesus yang bangkit dilantik menjadi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Kepala.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Ia menang; g’lapmu menjadi terang: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lihatlah fajar menyala.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PENGAKUAN DOSA DAN BERITA ANUGERAH ALLAH (Jemaat duduk)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merendahkan diri di hadapan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TUHAN, Allah kita, dan mengaku dosa kita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kepada-Nya. Kita berdoa :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merendahkan diri di hadapan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TUHAN, Allah kita, dan mengaku dosa kita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kepada-Nya. Kita berdoa : ...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NNBT No. 11 “Ya Allah-ku, Kami Mengaku Dosa”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 Allah-ku, kami mengaku dosa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ampunilah kami, Kyrie Elei son.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 Allah-ku, kami mengaku dosa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ampunilah kami, Christe Elei son.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Ya Allah-ku, kami mengaku dosa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ampunilah kami, Kyrie Elei son.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 Allah-ku, kami mengaku dosa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ampunilah kami, Kyrie Elei son.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 Allah-ku, kami mengaku dosa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ampunilah kami, Christe Elei son.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Ya Allah-ku, kami mengaku dosa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ampunilah kami, Kyrie Elei 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Sebagai pelayan Yesus Kristus kami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memberitakan peng-ampunan dosa kepada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tiap-tiap orang yang dengan tulus ikhlas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mengaku dosanya di hadapan Allah. Nas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Pemberitaan Anugerah Allah : Mazmur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103:8-13. TUHAN adalah penyayang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pengasih, panjang sabar dan berlimpah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Sebagai pelayan Yesus Kristus kami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memberitakan peng-ampunan dosa kepada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tiap-tiap orang yang dengan tulus ikhlas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mengaku dosanya di hadapan Allah. Nas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Pemberitaan Anugerah Allah : Mazmur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103:8-13. TUHAN adalah penyayang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pengasih, panjang sabar dan berlimpah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kasih setia. Tidak selalu Ia menuntut,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dan tidak untuk selama-lamanya Ia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mendendam. Tidak dilakukan-Nya kepada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kita setimpal dengan dosa kita,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tidak dibalas-Nya kepada kita setimpal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dengan kesalahan kita, tetapi setinggi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langit di atas bumi, demikian besarnya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kasih setia. Tidak selalu Ia menuntut,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dan tidak untuk selama-lamanya Ia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mendendam. Tidak dilakukan-Nya kepada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kita setimpal dengan dosa kita,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tidak dibalas-Nya kepada kita setimpal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dengan kesalahan kita, tetapi setinggi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langit di atas bumi, demikian besarnya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kasih setia-Nya atas orang-orang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takut akan Dia; sejauh timur dari barat,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demikian dijauhkan-Nya dari pada kita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pelanggaran kita. Seperti bapa sayang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kepada anak-anaknya, demikian TUHAN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sayang kepada orang-orang yang takut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akan Dia.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kasih setia-Nya atas orang-orang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takut akan Dia; sejauh timur dari barat,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demikian dijauhkan-Nya dari pada kita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pelanggaran kita. Seperti bapa sayang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kepada anak-anaknya, demikian TUHAN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sayang kepada orang-orang yang takut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akan Dia.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NKB No. 15 “Hidup Yang Penuh Berbeban”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Hidup yang penuh berbeban dan terasa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berat,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ringan semua di Kalvari, karn’a Yesus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dekat.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Refr Ringan semua di Kalvari,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Kalvari, Kalvari;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Ringan semua di Kalvari, karn’a 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Hidup yang penuh berbeban dan terasa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berat,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ringan semua di Kalvari, karn’a Yesus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dekat.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Refr Ringan semua di Kalvari,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Kalvari, Kalvari;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Ringan semua di Kalvari, karn’a Yesus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dekat.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dekat.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DOA UNTUK PEMBACAAN ALKITAB, PEMBERITAAN FIRMAN TUHAN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TUHAN menyertai saudara-saudara.</a:t>
            </a:r>
          </a:p>
          <a:p>
            <a:pPr algn="r"/>
            <a:r>
              <a:rPr sz="45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Dan menyertai saudara juga.</a:t>
            </a:r>
          </a:p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berdoa :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TUHAN menyertai saudara-saudara.</a:t>
            </a:r>
          </a:p>
          <a:p>
            <a:pPr algn="r"/>
            <a:r>
              <a:rPr sz="45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Dan menyertai saudara juga.</a:t>
            </a:r>
          </a:p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berdoa : 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E1E1E"/>
                </a:solidFill>
                <a:latin typeface="Montserrat"/>
              </a:rPr>
              <a:t>PEMBACAAN ALKITAB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membaca Alkitab : IBRANI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1:5-14. Demikianlah Firman TUHAN.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membaca Alkitab : IBRANI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1:5-14. Demikianlah Firman TUHAN.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PENGAKUAN IMAN (Jemaat berdiri)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mengaku iman kita:</a:t>
            </a:r>
          </a:p>
          <a:p>
            <a:pPr algn="ctr"/>
            <a:r>
              <a:rPr sz="45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Pengakuan Iman Nicea-Konstantinopel: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Aku percaya kepada satu Allah Bapa,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Yang Mahakuasa, Pencipta langit dan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bumi, segala yang kelihatan dan yang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tidak kelihatan. Dan kepada satu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TUHAN, Yesus Kristus, Anak Allah yang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mengaku iman kita:</a:t>
            </a:r>
          </a:p>
          <a:p>
            <a:pPr algn="ctr"/>
            <a:r>
              <a:rPr sz="45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Pengakuan Iman Nicea-Konstantinopel: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Aku percaya kepada satu Allah Bapa,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Yang Mahakuasa, Pencipta langit dan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bumi, segala yang kelihatan dan yang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tidak kelihatan. Dan kepada satu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TUHAN, Yesus Kristus, Anak Allah yang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tunggal, yang lahir dari Sang Bapa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sebelum ada segala zaman, Allah dari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Allah, Terang dari terang, Allah yang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sejati dari Allah yang sejati,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diperanakkan, bukan dibuat, sehakikat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dengan sang Bapa, yang dengan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perantaraan-Nya segala sesuatu dibuat;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tunggal, yang lahir dari Sang Bapa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sebelum ada segala zaman, Allah dari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Allah, Terang dari terang, Allah yang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sejati dari Allah yang sejati,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diperanakkan, bukan dibuat, sehakikat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dengan sang Bapa, yang dengan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perantaraan-Nya segala sesuatu dibuat;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yang telah turun dari sorga untuk kita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manusia dan untuk keselamatan kita,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dan menjadi daging, oleh Roh Kudus,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dari Anak dara Maria, dan menjadi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manusia, yang disalibkan bagi kita di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bawah pemerintahan Pontius Pilatus,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menderita dan dikuburkan; yang bangkit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yang telah turun dari sorga untuk kita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manusia dan untuk keselamatan kita,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dan menjadi daging, oleh Roh Kudus,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dari Anak dara Maria, dan menjadi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manusia, yang disalibkan bagi kita di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bawah pemerintahan Pontius Pilatus,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menderita dan dikuburkan; yang bangkit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pada hari ketiga; sesuai dengan isi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kitab-kitab, dan naik ke sorga, yang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duduk di sebelah kanan Sang Bapa, dan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akan datang kembali dengan kemuliaan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untuk menghakimi orang yang hidup dan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yang mati; yang kerajaan-Nya takkan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berakhir. Aku percaya kepada Roh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pada hari ketiga; sesuai dengan isi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kitab-kitab, dan naik ke sorga, yang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duduk di sebelah kanan Sang Bapa, dan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akan datang kembali dengan kemuliaan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untuk menghakimi orang yang hidup dan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yang mati; yang kerajaan-Nya takkan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berakhir. Aku percaya kepada Roh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Kudus, yang adalah TUHAN dan yang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menghidupkan, yang keluar dari Sang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Bapa dan Sang Anak, yang bersama-sama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dengan Sang Bapa dan Sang Anak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disembah dan dimuliakan, yang telah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berfirman dengan perantaraan para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nabi. Aku percaya kepada satu Gereja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Kudus, yang adalah TUHAN dan yang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menghidupkan, yang keluar dari Sang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Bapa dan Sang Anak, yang bersama-sama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dengan Sang Bapa dan Sang Anak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disembah dan dimuliakan, yang telah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berfirman dengan perantaraan para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nabi. Aku percaya kepada satu Gereja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0000"/>
                </a:solidFill>
                <a:latin typeface="Montserrat"/>
              </a:rPr>
              <a:t>P+J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yang kudus dan am dan rasuli. Aku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mengaku satu baptisan untuk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pengampunan dosa. Aku menantikan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kebangkitan orang mati dan kehidupan</a:t>
            </a:r>
          </a:p>
          <a:p>
            <a:pPr algn="ctr"/>
            <a:r>
              <a:rPr sz="4500" b="0">
                <a:solidFill>
                  <a:srgbClr val="000000"/>
                </a:solidFill>
                <a:latin typeface="Montserrat"/>
              </a:rPr>
              <a:t>di zaman yang akan datang. 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F2C94C"/>
                </a:solidFill>
                <a:latin typeface="Montserrat"/>
              </a:rPr>
              <a:t>P+J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yang kudus dan am dan rasuli. Aku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mengaku satu baptisan untuk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pengampunan dosa. Aku menantikan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kebangkitan orang mati dan kehidupan</a:t>
            </a:r>
          </a:p>
          <a:p>
            <a:pPr algn="ctr"/>
            <a:r>
              <a:rPr sz="4500" b="0">
                <a:solidFill>
                  <a:srgbClr val="F2C94C"/>
                </a:solidFill>
                <a:latin typeface="Montserrat"/>
              </a:rPr>
              <a:t>di zaman yang akan datang. Amin.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Jemaat (sebelum khotbah)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KHOTBAH : 	TAKHTA-MU YA ALLAH TETAP UNTUK SETERUSNYA DAN SELAMANYA DAN TONGKAT-MU ADALAH TONGKAT KEBENARAN.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Jemaat (sesudah khotbah)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PERSEMBAHAN (Jemaat duduk dan/atau berjalan)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membawa persembahan kita,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 meja persembahan.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membawa persembahan kita,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 meja persembahan.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KJ No. 288 “Mari Puji Raja Sorga”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Mari, puji Raja sorga, persembahan bawalah!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DitebusNya jiwa raga, maka puji namaNya!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Puji Dia, puji Dia, puji Raja semesta!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Puji Yang kekal rahmatNya bagi umat dalam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aib,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dulu, kini, selamanya panjang sabar,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mahabaik.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Puji Dia, puji Dia, yang setiaNya ajaib!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Bagai Bapa yang penyayang, siapa kita Ia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tahu;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tangan kasihNya menatang di tengah bahaya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maut.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Puji Dia, puji Dia, kasihNya seluas laut!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Kita bagai bunga saja, layu habis musimnya,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tapi keadaan Raja tak berubah, tak lemah.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Puji Dia, puji Dia, yang kekal kasihNya!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Sujudlah, hai bala sorga, abdi Allah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terdekat;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turut, bintang, bulan, surya, tiap waktu dan</a:t>
            </a:r>
          </a:p>
          <a:p>
            <a:pPr algn="ctr"/>
            <a:r>
              <a:rPr sz="4500" b="0">
                <a:solidFill>
                  <a:srgbClr val="FFFFFF"/>
                </a:solidFill>
                <a:latin typeface="Montserrat"/>
              </a:rPr>
              <a:t>tempat.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Puji Dia, puji Dia, Sumber kasih dan berkat!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PELANTIKAN PANITIA PEMILIHAN PELAYAN KHUSUS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PENGAJARAN: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Jemaat Yesus Kristus, saat ini akan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dilantik Panitia Pemilihan Pelayan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Khusus di Jemaat GMIM “SYALOOM” DIMEMBE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Wilayah DIMALAK Sebelum kami akan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melantik mereka, perlu kita pelajari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bersama apa yang menjadi tugas, tanggung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jawab dan wewenang urusan Panitia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Jemaat Yesus Kristus, saat ini akan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dilantik Panitia Pemilihan Pelayan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Khusus di Jemaat GMIM “SYALOOM” DIMEMBE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Wilayah DIMALAK Sebelum kami akan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melantik mereka, perlu kita pelajari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bersama apa yang menjadi tugas, tanggung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jawab dan wewenang urusan Panitia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Pemilihan Pelayan Khusus di Jemaat GMIM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“SYALOOM” DIMEMBE Wilayah DIMALAK. Pada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dasarnya semua sidi jemaat terpanggil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untuk bekerja di ladang TUHAN, khususnya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untuk mengakui Yesus Kristus sebagai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TUHAN dan Juruselamat kepada manusia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melayani sesama manusia. Namun ada orang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Pemilihan Pelayan Khusus di Jemaat GMIM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“SYALOOM” DIMEMBE Wilayah DIMALAK. Pada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dasarnya semua sidi jemaat terpanggil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untuk bekerja di ladang TUHAN, khususnya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untuk mengakui Yesus Kristus sebagai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TUHAN dan Juruselamat kepada manusia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melayani sesama manusia. Namun ada orang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yang mempunyai tugas, tanggung jawab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wewenang khusus, yaitu mereka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diteguhkan sebagai Pelayan Khusus,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ditetapkan sebagai pekerja tetap,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dilantik sebagai Panitia Pemilihan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Pelayan Khusus di Jemaat GMIM “SYALOOM”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DIMEMBE Wilayah DIMALAK, dan yang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yang mempunyai tugas, tanggung jawab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wewenang khusus, yaitu mereka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diteguhkan sebagai Pelayan Khusus,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ditetapkan sebagai pekerja tetap,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dilantik sebagai Panitia Pemilihan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Pelayan Khusus di Jemaat GMIM “SYALOOM”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DIMEMBE Wilayah DIMALAK, dan yang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diutus. Walaupun tugas, tanggung jawab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dan wewenang dari orang-orang ini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berbeda-beda, namun semua mempunyai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maksud dan tujuan yang sama, yaitu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bekerja untuk TUHAN. Mengenai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keanekaragaman dan kesatuan ini Rasul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Paulus menulis dalam Efesus 4:7; 11-16: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diutus. Walaupun tugas, tanggung jawab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dan wewenang dari orang-orang ini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berbeda-beda, namun semua mempunyai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maksud dan tujuan yang sama, yaitu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bekerja untuk TUHAN. Mengenai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keanekaragaman dan kesatuan ini Rasul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Paulus menulis dalam Efesus 4:7; 11-16: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“Kepada kita masing-masing telah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dianugerahkan kasih dan karunia menurut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ukuran pemberian Kristus. “Dan ialah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yang memberikan baik rasul-rasul maupun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nabi-nabi, baik pemberita-pemberita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Injil maupun gembala-gembala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pengajar-pengajar, untuk memperlengkapi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“Kepada kita masing-masing telah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dianugerahkan kasih dan karunia menurut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ukuran pemberian Kristus. “Dan ialah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yang memberikan baik rasul-rasul maupun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nabi-nabi, baik pemberita-pemberita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Injil maupun gembala-gembala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pengajar-pengajar, untuk memperlengkapi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orang-orang kudus bagi pekerjaan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pelayanan, bagi pembangunan tubuh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Kristus, sampai kita semua telah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mencapai kesatuan iman dan pengetahuan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yang benar tentang Anak Allah,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kedewasaan penuh, dan tingkat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pertumbuhan yang sesuai dengan kepenuhan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orang-orang kudus bagi pekerjaan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pelayanan, bagi pembangunan tubuh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Kristus, sampai kita semua telah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mencapai kesatuan iman dan pengetahuan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yang benar tentang Anak Allah,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kedewasaan penuh, dan tingkat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pertumbuhan yang sesuai dengan kepenuhan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Kristus, sehingga kita bukan lagi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anak-anak, yang diombang-ambingkan oleh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rupa-rupa angin pengajaran, oleh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permainan palsu manusia dalam kelicikan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mereka yang menyesatkan, tetapi dengan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teguh berpegang kepada kebenaran di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dalam kasih kita bertumbuh di dalam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Kristus, sehingga kita bukan lagi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anak-anak, yang diombang-ambingkan oleh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rupa-rupa angin pengajaran, oleh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permainan palsu manusia dalam kelicikan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mereka yang menyesatkan, tetapi dengan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teguh berpegang kepada kebenaran di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dalam kasih kita bertumbuh di dalam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segala hal ke arah Dia, Kristus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adalah Kepala. Daripada-Nyalah seluruh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tubuh yang rapi tersusun dan diikat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menjadi satu oleh pelayanan semua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bagian, sesuai dengan kadar pekerjaan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tiap-tiap anggota menerima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pertumbuhannya dan membangun dirinya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segala hal ke arah Dia, Kristus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adalah Kepala. Daripada-Nyalah seluruh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tubuh yang rapi tersusun dan diikat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menjadi satu oleh pelayanan semua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bagian, sesuai dengan kadar pekerjaan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tiap-tiap anggota menerima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pertumbuhannya dan membangun dirinya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dalam kasih.” Oleh karena dalam ibadah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ini akan dilantik Panitia Pemilihan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Pelayan Khusus di Jemaat GMIM “SYALOOM”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DIMEMBE Wilayah DIMALAK, maka perlu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diterangkan apa yang khususnya merupakan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tugas, tanggung jawab dan wewenang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Panitia Pemilihan Pelayan Khusus 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dalam kasih.” Oleh karena dalam ibadah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ini akan dilantik Panitia Pemilihan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Pelayan Khusus di Jemaat GMIM “SYALOOM”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DIMEMBE Wilayah DIMALAK, maka perlu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diterangkan apa yang khususnya merupakan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tugas, tanggung jawab dan wewenang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Panitia Pemilihan Pelayan Khusus di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Jemaat GMIM “SYALOOM” DIMEMBE Wilayah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DIMALAK ini. (Pembacaan Surat Keputusan,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nama-nama yang sudah dibacakan agar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berdiri di depan menghadap khadim)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Jemaat GMIM “SYALOOM” DIMEMBE Wilayah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DIMALAK ini. (Pembacaan Surat Keputusan,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nama-nama yang sudah dibacakan agar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berdiri di depan menghadap khadim)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PERTANYAAAN-PERTANYAAN PELANTIKAN(Jemaat duduk, yang hendak dilantik berdiri)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Di depan kita telah berdiri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 kita yang bersedia untuk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dilantik sebagai Panitia Pemilihan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Pelayan Khusus di Jemaat GMIM “SYALOOM”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DIMEMBE Wilayah DIMALAK Agar menjadi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nyata kepada kita, bahwa mereka bersedia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memenuhi panggilan TUHAN, maka kami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Di depan kita telah berdiri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 kita yang bersedia untuk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dilantik sebagai Panitia Pemilihan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Pelayan Khusus di Jemaat GMIM “SYALOOM”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DIMEMBE Wilayah DIMALAK Agar menjadi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nyata kepada kita, bahwa mereka bersedia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memenuhi panggilan TUHAN, maka kami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silakan mereka untuk menjawab secara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jujur di hadapan TUHAN dan jemaat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sebagai saksi pertanyaan-pertanyaan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berikut: 1. Yakinkah saudara-saudara,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bahwa melalui tatacara yang sah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 telah dipanggil oleh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TUHAN Allah sendiri untuk menjadi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silakan mereka untuk menjawab secara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jujur di hadapan TUHAN dan jemaat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sebagai saksi pertanyaan-pertanyaan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berikut: 1. Yakinkah saudara-saudara,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bahwa melalui tatacara yang sah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 telah dipanggil oleh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TUHAN Allah sendiri untuk menjadi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Panitia Pemilihan Pelayan Khusus di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Jemaat GMIM “SYALOOM” DIMEMBE Wilayah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DIMALAK 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Panitia Pemilihan Pelayan Khusus di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Jemaat GMIM “SYALOOM” DIMEMBE Wilayah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DIMALAK .?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2.	Apakah saudara-saudara mengakui Alkitab sebagai sumber pemberitaan dan sebagai ukuran iman yang benar, bahkan berpegang pada pengakuan iman Gereja?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3. Berjanjikah saudara-saudara untuk tetap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hidup kudus sesuai kehendak Allah, supaya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menjadi teladan bagi sesama manusia;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melaksanakan tugas saudara-saudara sebagai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Panitia Pemilihan Pelayan Khusus di Jemaat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GMIM “SYALOOM” DIMEMBE Wilayah DIMALAK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dengan rajin dan setia, sebagaimana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3. Berjanjikah saudara-saudara untuk tetap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hidup kudus sesuai kehendak Allah, supaya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menjadi teladan bagi sesama manusia;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melaksanakan tugas saudara-saudara sebagai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Panitia Pemilihan Pelayan Khusus di Jemaat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GMIM “SYALOOM” DIMEMBE Wilayah DIMALAK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dengan rajin dan setia, sebagaimana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tercantum dalam TATA GEREJA GMIM;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merahasiakan serta mempertanggungjawabkan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segala sesuatu yang dipercayakan kepada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 dalam melaksanakan tugas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saudara-saudara?</a:t>
            </a:r>
          </a:p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Atas pertanyaan tersebut, apakah jawab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tercantum dalam TATA GEREJA GMIM;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merahasiakan serta mempertanggungjawabkan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segala sesuatu yang dipercayakan kepada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 dalam melaksanakan tugas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saudara-saudara?</a:t>
            </a:r>
          </a:p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Atas pertanyaan tersebut, apakah jawab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saudara-saudara?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Calon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Ya, saya yakin, mengakui 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berjanji dengan segenap hati. 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Calon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Ya, saya yakin, mengakui 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berjanji dengan segenap hati. Amin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PELANTIKAN (Jemaat berdiri, yang dilantik berdiri)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Berdasarkan jawab saudara-saudara, maka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saya sebagai Pelayan Yesus Kristus, atas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nama Badan Pekerja Majelis Sinode GMIM,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melantik saudara-saudara menjadi Panitia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Pemilihan Pelayan Khusus di Jemaat GMIM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“SYALOOM” DIMEMBE Wilayah DIMALAK.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Semoga Allah Bapa kita dalam 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Berdasarkan jawab saudara-saudara, maka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saya sebagai Pelayan Yesus Kristus, atas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nama Badan Pekerja Majelis Sinode GMIM,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melantik saudara-saudara menjadi Panitia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Pemilihan Pelayan Khusus di Jemaat GMIM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“SYALOOM” DIMEMBE Wilayah DIMALAK.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Semoga Allah Bapa kita dalam Yesus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Kristus, yang telah memanggil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 dalam pekerjaan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pelayanan ini, menerangi saudara-saudara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dengan Roh Kudus, supaya saudara berbuah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bagi Allah. 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Kristus, yang telah memanggil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 dalam pekerjaan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pelayanan ini, menerangi saudara-saudara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dengan Roh Kudus, supaya saudara berbuah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bagi Allah. Amin.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Yang dilantik menyanyi: KJ No. 363 “Bagi Yesus Kuserahkan”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Bagi Yesus kuserahkan hidupku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seluruhnya;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Hati dan perbuatanku, pun waktuku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milikNya.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Bagi Yesus semuanya, pun waktuku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milikNya.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Bagi Yesus semuanya, pun waktuku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Bagi Yesus kuserahkan hidupku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seluruhnya;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Hati dan perbuatanku, pun waktuku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milikNya.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Bagi Yesus semuanya, pun waktuku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milikNya.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Bagi Yesus semuanya, pun waktuku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milikNya.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milikNya.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NASEHAT DAN PENYERAHAN TUGAS-TUGAS (Jemaat duduk, yang dilantik berdiri)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(sedang menyerahkan surat keputusan atau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sesuatu yang lain yang bersangkut paut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dengan tugas orang yang dilantik) Firman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Allah menasehati saudara-saudara “Dan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kamu, saudara-saudara, janganlah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jemu-jemu berbuat apa yang baik”. (2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Tesalonika 3:13) (Yang dilantik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(sedang menyerahkan surat keputusan atau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sesuatu yang lain yang bersangkut paut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dengan tugas orang yang dilantik) Firman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Allah menasehati saudara-saudara “Dan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kamu, saudara-saudara, janganlah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jemu-jemu berbuat apa yang baik”. (2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Tesalonika 3:13) (Yang dilantik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menghadap jemaat)</a:t>
            </a:r>
          </a:p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(kepada jemaat) Saudara-saudara anggota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jemaat Yesus Kristus, sambutlah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saudara-saudara yang dilantik menjadi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Panitia Pemilihan Pelayan Khusus di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Jemaat GMIM “SYALOOM” DIMEMBE Wilayah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DIMALAK dengan sukacita dan terimalah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menghadap jemaat)</a:t>
            </a:r>
          </a:p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(kepada jemaat) Saudara-saudara anggota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jemaat Yesus Kristus, sambutlah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saudara-saudara yang dilantik menjadi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Panitia Pemilihan Pelayan Khusus di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Jemaat GMIM “SYALOOM” DIMEMBE Wilayah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DIMALAK dengan sukacita dan terimalah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mereka dengan penuh tanggung jawab,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doakanlah mereka, supaya Jemaat GMIM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“SYALOOM” DIMEMBE semakin mencapai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tingkat pertumbuhan yang sesuai dengan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kepenuhan Kristus. 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mereka dengan penuh tanggung jawab,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doakanlah mereka, supaya Jemaat GMIM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“SYALOOM” DIMEMBE semakin mencapai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tingkat pertumbuhan yang sesuai dengan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kepenuhan Kristus. Amin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“Bekerja Bersama-Sama”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Bekerja bersama-sama jalan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berdekat-dekat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Hidup dan beramah-ramah bersehati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sefakat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Jangan dengan mulut hanya hatimu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patutlah berkata pada yang teman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Angkat perjanjian yang tetap teguh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Bekerja bersama-sama jalan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berdekat-dekat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Hidup dan beramah-ramah bersehati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sefakat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Jangan dengan mulut hanya hatimu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patutlah berkata pada yang teman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Angkat perjanjian yang tetap teguh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rasa sama-sama susah dan senang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Jika kamu mau untung banyaklah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Jangan hidup jauh hanya jadi sehati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sekerja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rasa sama-sama susah dan senang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Jika kamu mau untung banyaklah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Jangan hidup jauh hanya jadi sehati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sekerja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DOA UMUM (Jemaat duduk)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Marilah kita berdoa : … (Doa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persembahan, Doa syukur, Doa permohonan,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Doa syafaat)</a:t>
            </a:r>
          </a:p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(Doa Bapa kami) Bapa kami yang di sorga,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Dikuduskanlah nama-Mu, datanglah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Kerajaan-Mu, jadilah kehendak-Mu di bumi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seperti di sorga. Berikanlah kami pada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Marilah kita berdoa : … (Doa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persembahan, Doa syukur, Doa permohonan,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Doa syafaat)</a:t>
            </a:r>
          </a:p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(Doa Bapa kami) Bapa kami yang di sorga,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Dikuduskanlah nama-Mu, datanglah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Kerajaan-Mu, jadilah kehendak-Mu di bumi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seperti di sorga. Berikanlah kami pada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hari ini makanan kami yang secukupnya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dan ampunilah kami akan kesalahan kami,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seperti kami juga mengampuni orang yang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bersalah kepada kami; dan janganlah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membawa kami ke dalam pencobaan, tetapi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lepaskanlah kami dari pada yang jahat</a:t>
            </a:r>
          </a:p>
          <a:p>
            <a:pPr algn="r"/>
            <a:r>
              <a:rPr sz="45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Karena Engkaulah yang empunya Kerajaan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hari ini makanan kami yang secukupnya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dan ampunilah kami akan kesalahan kami,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seperti kami juga mengampuni orang yang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bersalah kepada kami; dan janganlah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membawa kami ke dalam pencobaan, tetapi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lepaskanlah kami dari pada yang jahat</a:t>
            </a:r>
          </a:p>
          <a:p>
            <a:pPr algn="r"/>
            <a:r>
              <a:rPr sz="45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Karena Engkaulah yang empunya Kerajaan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500" b="1">
                <a:solidFill>
                  <a:srgbClr val="000000"/>
                </a:solidFill>
                <a:latin typeface="Montserrat"/>
              </a:rPr>
              <a:t>J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dan kuasa dan kemuliaan sampai</a:t>
            </a:r>
          </a:p>
          <a:p>
            <a:pPr algn="r"/>
            <a:r>
              <a:rPr sz="4500" b="0">
                <a:solidFill>
                  <a:srgbClr val="000000"/>
                </a:solidFill>
                <a:latin typeface="Montserrat"/>
              </a:rPr>
              <a:t>selama-lamanya. 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500" b="1">
                <a:solidFill>
                  <a:srgbClr val="F2C94C"/>
                </a:solidFill>
                <a:latin typeface="Montserrat"/>
              </a:rPr>
              <a:t>J : </a:t>
            </a:r>
            <a:r>
              <a:rPr sz="4500" b="0">
                <a:solidFill>
                  <a:srgbClr val="F2C94C"/>
                </a:solidFill>
                <a:latin typeface="Montserrat"/>
              </a:rPr>
              <a:t>dan kuasa dan kemuliaan sampai</a:t>
            </a:r>
          </a:p>
          <a:p>
            <a:pPr algn="r"/>
            <a:r>
              <a:rPr sz="4500" b="0">
                <a:solidFill>
                  <a:srgbClr val="F2C94C"/>
                </a:solidFill>
                <a:latin typeface="Montserrat"/>
              </a:rPr>
              <a:t>selama-lamanya. Amin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NYANYIAN PENUTUP (Jemaat berdiri)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2C94C"/>
                </a:solidFill>
                <a:latin typeface="Montserrat"/>
              </a:rPr>
              <a:t>Menyanyi Kerajaan Allah Datanglah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Kerajaan Allah datanglah bagi kami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anak-anakMu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KerajaanMu datanglah ngalir dalam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dunia, dunia yang kelam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Akan meneguhkan hati yang lemah dan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mendirikan damai senang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Datang kerajaan, kerajaan yang mulia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Kerajaan Allah datanglah bagi kami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anak-anakMu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KerajaanMu datanglah ngalir dalam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dunia, dunia yang kelam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Akan meneguhkan hati yang lemah dan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mendirikan damai senang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Datang kerajaan, kerajaan yang mulia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masuk dalam dunia oleh Almasih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Datang kerajaan akan untung manusia.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Itulah sentosa untuk s'lamanya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Kerajaan yang adil dan benar dan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kuasaNya amat teguh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Di dalam susah ribut dan prang tempat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berlindung dan berteduh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masuk dalam dunia oleh Almasih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Datang kerajaan akan untung manusia.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Itulah sentosa untuk s'lamanya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Kerajaan yang adil dan benar dan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kuasaNya amat teguh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Di dalam susah ribut dan prang tempat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berlindung dan berteduh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Masuklah hati tinggal tetap S'lamat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sentosa sepenuh )2x</a:t>
            </a:r>
          </a:p>
          <a:p>
            <a:pPr algn="ctr"/>
            <a:r>
              <a:rPr sz="5500" b="0">
                <a:solidFill>
                  <a:srgbClr val="000000"/>
                </a:solidFill>
                <a:latin typeface="Montserrat"/>
              </a:rPr>
              <a:t>Datanglah... kerajaanNya...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Masuklah hati tinggal tetap S'lamat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sentosa sepenuh )2x</a:t>
            </a:r>
          </a:p>
          <a:p>
            <a:pPr algn="ctr"/>
            <a:r>
              <a:rPr sz="5500" b="0">
                <a:solidFill>
                  <a:srgbClr val="FFFFFF"/>
                </a:solidFill>
                <a:latin typeface="Montserrat"/>
              </a:rPr>
              <a:t>Datanglah... kerajaanNya...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SALAM DAN BERKAT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7008" y="694944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Sampaikanlah salam kepada tiap-tiap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orang kudus dalam Yesus Kristus.</a:t>
            </a:r>
          </a:p>
          <a:p>
            <a:pPr algn="l"/>
            <a:r>
              <a:rPr sz="4500" b="1">
                <a:solidFill>
                  <a:srgbClr val="000000"/>
                </a:solidFill>
                <a:latin typeface="Montserrat"/>
              </a:rPr>
              <a:t>P : </a:t>
            </a:r>
            <a:r>
              <a:rPr sz="4500" b="0">
                <a:solidFill>
                  <a:srgbClr val="000000"/>
                </a:solidFill>
                <a:latin typeface="Montserrat"/>
              </a:rPr>
              <a:t>Kasih karunia TUHAN Yesus Kristus, kasih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Allah dan persekutuan Roh Kudus</a:t>
            </a:r>
          </a:p>
          <a:p>
            <a:pPr algn="l"/>
            <a:r>
              <a:rPr sz="4500" b="0">
                <a:solidFill>
                  <a:srgbClr val="000000"/>
                </a:solidFill>
                <a:latin typeface="Montserrat"/>
              </a:rPr>
              <a:t>menyertai saudara sekalian.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Sampaikanlah salam kepada tiap-tiap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orang kudus dalam Yesus Kristus.</a:t>
            </a:r>
          </a:p>
          <a:p>
            <a:pPr algn="l"/>
            <a:r>
              <a:rPr sz="4500" b="1">
                <a:solidFill>
                  <a:srgbClr val="FFFFFF"/>
                </a:solidFill>
                <a:latin typeface="Montserrat"/>
              </a:rPr>
              <a:t>P : </a:t>
            </a:r>
            <a:r>
              <a:rPr sz="4500" b="0">
                <a:solidFill>
                  <a:srgbClr val="FFFFFF"/>
                </a:solidFill>
                <a:latin typeface="Montserrat"/>
              </a:rPr>
              <a:t>Kasih karunia TUHAN Yesus Kristus, kasih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Allah dan persekutuan Roh Kudus</a:t>
            </a:r>
          </a:p>
          <a:p>
            <a:pPr algn="l"/>
            <a:r>
              <a:rPr sz="4500" b="0">
                <a:solidFill>
                  <a:srgbClr val="FFFFFF"/>
                </a:solidFill>
                <a:latin typeface="Montserrat"/>
              </a:rPr>
              <a:t>menyertai saudara sekalian.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J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2" y="658368"/>
            <a:ext cx="12289536" cy="6912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.................................... Saat Teduh ....................................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