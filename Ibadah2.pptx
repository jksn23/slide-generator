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TATA IBADAH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HARI MINGGU BENTUK III DAN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Tema Bulanan :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“Spiritualitas Kebangkitan Yesus Kristus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Menggerakkan Gereja Untuk Melayani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Mewujudkan Tanda-Tanda Kerajaan Allah”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Tema Mingguan :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“Takhta-Mu, Ya Allah, Tetap Untuk Seterusnya Dan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Selamanya,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Tema Bulanan :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“Spiritualitas Kebangkitan Yesus Kristus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Menggerakkan Gereja Untuk Melayani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Mewujudkan Tanda-Tanda Kerajaan Allah”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Tema Mingguan :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“Takhta-Mu, Ya Allah, Tetap Untuk Seterusnya Dan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Selamanya,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Dan Tongkat-Mu Adalah Tongkat Kebenaran”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Dan Tongkat-Mu Adalah Tongkat Kebenaran”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80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(Ibrani 1:5-14)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GMIM “SYALOOM” DIMEMBE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PERSIAPAN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MASUK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PK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berdiri, dan memulaikan ibadah ini dengan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menyanyi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PK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berdiri, dan memulaikan ibadah ini dengan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menyanyi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4 “Hai Mari Sembah”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Hai mari sembah Yang Mahabesar, nyanyikan syukur dengan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bergemar.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Perisai umatNya, Yang Mahaesa, mulia namaNya, takhtaNya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megah!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Hai mari sembah Yang Mahabesar, nyanyikan syukur dengan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bergemar.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Perisai umatNya, Yang Mahaesa, mulia namaNya, takhtaNya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megah!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TAHBISAN DAN SALAM (Jemaat berdiri)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Pertolongan kepada kita adalah dalam nama TUHAN, Allah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Pencipta langit dan bumi, yang memelihara kesetiaan-Nya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sampai selama-lamanya dan tidak meninggalkan perbuatan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tangan-Nya. Amin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Kasih karunia dan damai sejahtera dari Allah, Bapa kita,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dan dari TUHAN Yesus Kristus menyertai saudara-saudara.</a:t>
            </a:r>
          </a:p>
          <a:p>
            <a:pPr algn="r"/>
            <a:r>
              <a:rPr sz="50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Pertolongan kepada kita adalah dalam nama TUHAN, Allah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Pencipta langit dan bumi, yang memelihara kesetiaan-Nya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sampai selama-lamanya dan tidak meninggalkan perbuatan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tangan-Nya. Amin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Kasih karunia dan damai sejahtera dari Allah, Bapa kita,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dan dari TUHAN Yesus Kristus menyertai saudara-saudara.</a:t>
            </a:r>
          </a:p>
          <a:p>
            <a:pPr algn="r"/>
            <a:r>
              <a:rPr sz="50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Amin.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NAS PEMBIMBING (Mazmur 9:8-9)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Tetapi TUHAN bersemayam untuk selama-lamanya, takhta-Nya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didirikan-Nya untuk menjalankan penghakiman. Dialah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menghakimi dunia dengan keadilan dan mengadili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bangsa-bangsa dengan kebenaran.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Tetapi TUHAN bersemayam untuk selama-lamanya, takhta-Nya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didirikan-Nya untuk menjalankan penghakiman. Dialah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menghakimi dunia dengan keadilan dan mengadili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bangsa-bangsa dengan kebenaran.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247 “Sungguh Kerajaan Allah”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Sungguh, Kerajaan Allah di bumi tak kalah.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Yesus yang bangkit dilantik menjadi Kepala.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Ia menang; g’lapmu menjadi terang: lihatlah fajar menyala.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Sungguh, Kerajaan Allah di bumi tak kalah.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Yesus yang bangkit dilantik menjadi Kepala.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Ia menang; g’lapmu menjadi terang: lihatlah fajar menyala.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PENGAKUAN DOSA DAN BERITA ANUGERAH ALLAH (Jemaat duduk)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merendahkan diri di hadapan TUHAN, Allah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kita, dan mengaku dosa kita kepada-Nya. Kita berdoa :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merendahkan diri di hadapan TUHAN, Allah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kita, dan mengaku dosa kita kepada-Nya. Kita berdoa : ...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NNBT No. 11 “Ya Allah-ku, Kami Mengaku Dosa”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 ampunilah kami, Kyrie Elei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son.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 ampunilah kami, Christe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Elei son.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 ampunilah kami, Kyrie Elei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 ampunilah kami, Kyrie Elei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son.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 ampunilah kami, Christe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Elei son.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 ampunilah kami, Kyrie Elei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Sebagai pelayan Yesus Kristus kami memberitakan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peng-ampunan dosa kepada tiap-tiap orang yang dengan tulus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ikhlas mengaku dosanya di hadapan Allah.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Nas Pemberitaan Anugerah Allah : Mazmur 103:8-13. TUHAN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adalah penyayang dan pengasih, panjang sabar dan berlimpah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kasih setia. Tidak selalu Ia menuntut, dan tidak untuk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selama-lamanya Ia mendendam. Tidak dilakukan-Nya kepada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Sebagai pelayan Yesus Kristus kami memberitakan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peng-ampunan dosa kepada tiap-tiap orang yang dengan tulus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ikhlas mengaku dosanya di hadapan Allah.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Nas Pemberitaan Anugerah Allah : Mazmur 103:8-13. TUHAN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adalah penyayang dan pengasih, panjang sabar dan berlimpah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kasih setia. Tidak selalu Ia menuntut, dan tidak untuk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selama-lamanya Ia mendendam. Tidak dilakukan-Nya kepada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kita setimpal dengan dosa kita, dan tidak dibalas-Nya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kepada kita setimpal dengan kesalahan kita, tetapi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setinggi langit di atas bumi, demikian besarnya kasih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setia-Nya atas orang-orang yang takut akan Dia; sejauh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timur dari barat, demikian dijauhkan-Nya dari pada kita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pelanggaran kita. Seperti bapa sayang kepada anak-anaknya,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demikian TUHAN sayang kepada orang-orang yang takut akan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kita setimpal dengan dosa kita, dan tidak dibalas-Nya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kepada kita setimpal dengan kesalahan kita, tetapi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setinggi langit di atas bumi, demikian besarnya kasih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setia-Nya atas orang-orang yang takut akan Dia; sejauh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timur dari barat, demikian dijauhkan-Nya dari pada kita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pelanggaran kita. Seperti bapa sayang kepada anak-anaknya,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demikian TUHAN sayang kepada orang-orang yang takut akan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Dia.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NKB No. 15 “Hidup Yang Penuh Berbeban”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Hidup yang penuh berbeban dan terasa berat,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ringan semua di Kalvari, karn’a Yesus dekat.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Refr Ringan semua di Kalvari, Kalvari, Kalvari;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Ringan semua di Kalvari, karn’a Yesus dekat.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Hidup yang penuh berbeban dan terasa berat,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ringan semua di Kalvari, karn’a Yesus dekat.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Refr Ringan semua di Kalvari, Kalvari, Kalvari;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Ringan semua di Kalvari, karn’a Yesus dekat.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DOA UNTUK PEMBACAAN ALKITAB, PEMBERITAAN FIRMAN TUHAN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TUHAN menyertai saudara-saudara.</a:t>
            </a:r>
          </a:p>
          <a:p>
            <a:pPr algn="r"/>
            <a:r>
              <a:rPr sz="50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Dan menyertai saudara juga.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berdoa :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TUHAN menyertai saudara-saudara.</a:t>
            </a:r>
          </a:p>
          <a:p>
            <a:pPr algn="r"/>
            <a:r>
              <a:rPr sz="50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Dan menyertai saudara juga.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berdoa : 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E1E1E"/>
                </a:solidFill>
                <a:latin typeface="Montserrat"/>
              </a:rPr>
              <a:t>PEMBACAAN ALKITAB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membaca Alkitab : IBRANI 1:5-14.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Demikianlah Firman TUHAN.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membaca Alkitab : IBRANI 1:5-14.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Demikianlah Firman TUHAN.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PENGAKUAN IMAN (Jemaat berdiri)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mengaku iman kita:</a:t>
            </a:r>
          </a:p>
          <a:p>
            <a:pPr algn="ctr"/>
            <a:r>
              <a:rPr sz="50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Pengakuan Iman Nicea-Konstantinopel: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Aku percaya kepada satu Allah Bapa, Yang Mahakuasa,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Pencipta langit dan bumi, segala yang kelihatan dan yang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tidak kelihatan. Dan kepada satu TUHAN, Yesus Kristus,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Anak Allah yang tunggal, yang lahir dari Sang Bapa sebelum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ada segala zaman, Allah dari Allah, Terang dari terang,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mengaku iman kita:</a:t>
            </a:r>
          </a:p>
          <a:p>
            <a:pPr algn="ctr"/>
            <a:r>
              <a:rPr sz="50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Pengakuan Iman Nicea-Konstantinopel: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Aku percaya kepada satu Allah Bapa, Yang Mahakuasa,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Pencipta langit dan bumi, segala yang kelihatan dan yang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tidak kelihatan. Dan kepada satu TUHAN, Yesus Kristus,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Anak Allah yang tunggal, yang lahir dari Sang Bapa sebelum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ada segala zaman, Allah dari Allah, Terang dari terang,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Allah yang sejati dari Allah yang sejati, diperanakkan,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bukan dibuat, sehakikat dengan sang Bapa, yang dengan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perantaraan-Nya segala sesuatu dibuat; yang telah turun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dari sorga untuk kita manusia dan untuk keselamatan kita,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dan menjadi daging, oleh Roh Kudus, dari Anak dara Maria,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dan menjadi manusia, yang disalibkan bagi kita di bawah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pemerintahan Pontius Pilatus, menderita dan dikuburkan;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Allah yang sejati dari Allah yang sejati, diperanakkan,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bukan dibuat, sehakikat dengan sang Bapa, yang dengan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perantaraan-Nya segala sesuatu dibuat; yang telah turun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dari sorga untuk kita manusia dan untuk keselamatan kita,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dan menjadi daging, oleh Roh Kudus, dari Anak dara Maria,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dan menjadi manusia, yang disalibkan bagi kita di bawah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pemerintahan Pontius Pilatus, menderita dan dikuburkan;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yang bangkit pada hari ketiga; sesuai dengan isi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kitab-kitab, dan naik ke sorga, yang duduk di sebelah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kanan Sang Bapa, dan akan datang kembali dengan kemuliaan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untuk menghakimi orang yang hidup dan yang mati; yang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kerajaan-Nya takkan berakhir. Aku percaya kepada Roh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Kudus, yang adalah TUHAN dan yang menghidupkan, yang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keluar dari Sang Bapa dan Sang Anak, yang bersama-sama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yang bangkit pada hari ketiga; sesuai dengan isi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kitab-kitab, dan naik ke sorga, yang duduk di sebelah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kanan Sang Bapa, dan akan datang kembali dengan kemuliaan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untuk menghakimi orang yang hidup dan yang mati; yang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kerajaan-Nya takkan berakhir. Aku percaya kepada Roh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Kudus, yang adalah TUHAN dan yang menghidupkan, yang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keluar dari Sang Bapa dan Sang Anak, yang bersama-sama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dengan Sang Bapa dan Sang Anak disembah dan dimuliakan,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yang telah berfirman dengan perantaraan para nabi. Aku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percaya kepada satu Gereja yang kudus dan am dan rasuli.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Aku mengaku satu baptisan untuk pengampunan dosa. Aku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menantikan kebangkitan orang mati dan kehidupan di zaman</a:t>
            </a:r>
          </a:p>
          <a:p>
            <a:pPr algn="ctr"/>
            <a:r>
              <a:rPr sz="5000" b="0">
                <a:solidFill>
                  <a:srgbClr val="000000"/>
                </a:solidFill>
                <a:latin typeface="Montserrat"/>
              </a:rPr>
              <a:t>yang akan datang.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dengan Sang Bapa dan Sang Anak disembah dan dimuliakan,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yang telah berfirman dengan perantaraan para nabi. Aku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percaya kepada satu Gereja yang kudus dan am dan rasuli.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Aku mengaku satu baptisan untuk pengampunan dosa. Aku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menantikan kebangkitan orang mati dan kehidupan di zaman</a:t>
            </a:r>
          </a:p>
          <a:p>
            <a:pPr algn="ctr"/>
            <a:r>
              <a:rPr sz="5000" b="0">
                <a:solidFill>
                  <a:srgbClr val="F2C94C"/>
                </a:solidFill>
                <a:latin typeface="Montserrat"/>
              </a:rPr>
              <a:t>yang akan datang. Amin.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Jemaat (sebelum khotbah)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KHOTBAH : 	TAKHTA-MU YA ALLAH TETAP UNTUK SETERUSNYA DAN SELAMANYA DAN TONGKAT-MU ADALAH TONGKAT KEBENARAN.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Jemaat (sesudah khotbah)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PERSEMBAHAN (Jemaat duduk dan/atau berjalan)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membawa persembahan kita, ke meja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persembahan.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membawa persembahan kita, ke meja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persembahan.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288 “Mari Puji Raja Sorga”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Mari, puji Raja sorga, persembahan bawalah!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DitebusNya jiwa raga, maka puji namaNya!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Puji Dia, puji Dia, puji Raja semesta!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Puji Yang kekal rahmatNya bagi umat dalam aib,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dulu, kini, selamanya panjang sabar, mahabaik.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Puji Dia, puji Dia, yang setiaNya ajaib!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Bagai Bapa yang penyayang, siapa kita Ia tahu;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tangan kasihNya menatang di tengah bahaya maut.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Puji Dia, puji Dia, kasihNya seluas laut!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Kita bagai bunga saja, layu habis musimnya,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tapi keadaan Raja tak berubah, tak lemah.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Puji Dia, puji Dia, yang kekal kasihNya!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Sujudlah, hai bala sorga, abdi Allah terdekat;</a:t>
            </a:r>
          </a:p>
          <a:p>
            <a:pPr algn="ctr"/>
            <a:r>
              <a:rPr sz="5000" b="0">
                <a:solidFill>
                  <a:srgbClr val="FFFFFF"/>
                </a:solidFill>
                <a:latin typeface="Montserrat"/>
              </a:rPr>
              <a:t>turut, bintang, bulan, surya, tiap waktu dan tempat.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Puji Dia, puji Dia, Sumber kasih dan berkat!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PENGAJARAN: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Jemaat Yesus Kristus, saat ini akan dilantik Panitia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Wilayah DIMALAK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Sebelum kami akan melantik mereka, perlu kita pelajari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bersama apa yang menjadi tugas, tanggung jawab dan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wewenang urusan Panitia Pemilihan Pelayan Khusus di Jemaat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GMIM “SYALOOM” DIMEMBE Wilayah DIMALAK.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Jemaat Yesus Kristus, saat ini akan dilantik Panitia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Wilayah DIMALAK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Sebelum kami akan melantik mereka, perlu kita pelajari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bersama apa yang menjadi tugas, tanggung jawab dan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wewenang urusan Panitia Pemilihan Pelayan Khusus di Jemaat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GMIM “SYALOOM” DIMEMBE Wilayah DIMALAK.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Pada dasarnya semua sidi jemaat terpanggil untuk bekerja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 ladang TUHAN, khususnya untuk mengakui Yesus Kristus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sebagai TUHAN dan Juruselamat kepada manusia dan melayani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sesama manusia. Namun ada orang yang mempunyai tugas,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tanggung jawab dan wewenang khusus, yaitu mereka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diteguhkan sebagai Pelayan Khusus, yang ditetapkan sebagai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pekerja tetap, yang dilantik sebagai Panitia Pemilihan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Pada dasarnya semua sidi jemaat terpanggil untuk bekerja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 ladang TUHAN, khususnya untuk mengakui Yesus Kristus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sebagai TUHAN dan Juruselamat kepada manusia dan melayani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sesama manusia. Namun ada orang yang mempunyai tugas,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tanggung jawab dan wewenang khusus, yaitu mereka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diteguhkan sebagai Pelayan Khusus, yang ditetapkan sebagai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pekerja tetap, yang dilantik sebagai Panitia Pemilihan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Pelayan Khusus di Jemaat GMIM “SYALOOM” DIMEMBE Wilayah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DIMALAK, dan yang diutus.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Walaupun tugas, tanggung jawab dan wewenang dari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orang-orang ini berbeda-beda, namun semua mempunyai maksud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dan tujuan yang sama, yaitu bekerja untuk TUHAN. Mengenai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keanekaragaman dan kesatuan ini Rasul Paulus menulis dalam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Efesus 4:7; 11-16: “Kepada kita masing-masing telah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Pelayan Khusus di Jemaat GMIM “SYALOOM” DIMEMBE Wilayah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DIMALAK, dan yang diutus.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Walaupun tugas, tanggung jawab dan wewenang dari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orang-orang ini berbeda-beda, namun semua mempunyai maksud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dan tujuan yang sama, yaitu bekerja untuk TUHAN. Mengenai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keanekaragaman dan kesatuan ini Rasul Paulus menulis dalam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Efesus 4:7; 11-16: “Kepada kita masing-masing telah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dianugerahkan kasih dan karunia menurut ukuran pemberian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Kristus. “Dan ialah yang memberikan baik rasul-rasul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maupun nabi-nabi, baik pemberita-pemberita Injil maupun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gembala-gembala dan pengajar-pengajar, untuk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memperlengkapi orang-orang kudus bagi pekerjaan pelayanan,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bagi pembangunan tubuh Kristus, sampai kita semua telah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mencapai kesatuan iman dan pengetahuan yang benar tentang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dianugerahkan kasih dan karunia menurut ukuran pemberian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Kristus. “Dan ialah yang memberikan baik rasul-rasul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maupun nabi-nabi, baik pemberita-pemberita Injil maupun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gembala-gembala dan pengajar-pengajar, untuk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memperlengkapi orang-orang kudus bagi pekerjaan pelayanan,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bagi pembangunan tubuh Kristus, sampai kita semua telah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mencapai kesatuan iman dan pengetahuan yang benar tentang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Anak Allah, kedewasaan penuh, dan tingkat pertumbuhan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sesuai dengan kepenuhan Kristus, sehingga kita bukan lagi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anak-anak, yang diombang-ambingkan oleh rupa-rupa angin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pengajaran, oleh permainan palsu manusia dalam kelicikan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mereka yang menyesatkan, tetapi dengan teguh berpegang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kepada kebenaran di dalam kasih kita bertumbuh di dalam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segala hal ke arah Dia, Kristus yang adalah Kepala.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Anak Allah, kedewasaan penuh, dan tingkat pertumbuhan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sesuai dengan kepenuhan Kristus, sehingga kita bukan lagi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anak-anak, yang diombang-ambingkan oleh rupa-rupa angin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pengajaran, oleh permainan palsu manusia dalam kelicikan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mereka yang menyesatkan, tetapi dengan teguh berpegang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kepada kebenaran di dalam kasih kita bertumbuh di dalam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segala hal ke arah Dia, Kristus yang adalah Kepala.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Daripada-Nyalah seluruh tubuh yang rapi tersusun dan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diikat menjadi satu oleh pelayanan semua bagian, sesuai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dengan kadar pekerjaan tiap-tiap anggota menerima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pertumbuhannya dan membangun dirinya dalam kasih.”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Oleh karena dalam ibadah ini akan dilantik Panitia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Wilayah DIMALAK, maka perlu diterangkan apa yang khususnya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Daripada-Nyalah seluruh tubuh yang rapi tersusun dan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diikat menjadi satu oleh pelayanan semua bagian, sesuai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dengan kadar pekerjaan tiap-tiap anggota menerima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pertumbuhannya dan membangun dirinya dalam kasih.”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Oleh karena dalam ibadah ini akan dilantik Panitia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Wilayah DIMALAK, maka perlu diterangkan apa yang khususnya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merupakan tugas, tanggung jawab dan wewenang Panitia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Wilayah DIMALAK ini.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(Pembacaan Surat Keputusan, nama-nama yang sudah dibacakan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agar berdiri di depan menghadap khadim)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merupakan tugas, tanggung jawab dan wewenang Panitia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Wilayah DIMALAK ini.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(Pembacaan Surat Keputusan, nama-nama yang sudah dibacakan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agar berdiri di depan menghadap khadim)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PERTANYAAAN-PERTANYAAN PELANTIKAN(Jemaat duduk, yang hendak dilantik berdiri)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Di depan kita telah berdiri saudara-saudara kita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bersedia untuk dilantik sebagai Panitia Pemilihan Pelayan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Khusus di Jemaat GMIM “SYALOOM” DIMEMBE Wilayah DIMALAK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Agar menjadi nyata kepada kita, bahwa mereka bersedia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memenuhi panggilan TUHAN, maka kami silakan mereka untuk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menjawab secara jujur di hadapan TUHAN dan jemaat sebagai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saksi pertanyaan-pertanyaan yang berikut: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Di depan kita telah berdiri saudara-saudara kita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bersedia untuk dilantik sebagai Panitia Pemilihan Pelayan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Khusus di Jemaat GMIM “SYALOOM” DIMEMBE Wilayah DIMALAK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Agar menjadi nyata kepada kita, bahwa mereka bersedia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memenuhi panggilan TUHAN, maka kami silakan mereka untuk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menjawab secara jujur di hadapan TUHAN dan jemaat sebagai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saksi pertanyaan-pertanyaan yang berikut: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1. Yakinkah saudara-saudara, bahwa melalui tatacara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sah saudara-saudara telah dipanggil oleh TUHAN Allah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sendiri untuk menjadi Panitia Pemilihan Pelayan Khusus di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Jemaat GMIM “SYALOOM” DIMEMBE Wilayah DIMALAK 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1. Yakinkah saudara-saudara, bahwa melalui tatacara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sah saudara-saudara telah dipanggil oleh TUHAN Allah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sendiri untuk menjadi Panitia Pemilihan Pelayan Khusus di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Jemaat GMIM “SYALOOM” DIMEMBE Wilayah DIMALAK .?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2.	Apakah saudara-saudara mengakui Alkitab sebagai sumber pemberitaan dan sebagai ukuran iman yang benar, bahkan berpegang pada pengakuan iman Gereja?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3. Berjanjikah saudara-saudara untuk tetap hidup kudus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sesuai kehendak Allah, supaya menjadi teladan bagi sesama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manusia; melaksanakan tugas saudara-saudara sebagai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Panitia Pemilihan Pelayan Khusus di Jemaat GMIM “SYALOOM”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DIMEMBE Wilayah DIMALAK dengan rajin dan setia,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sebagaimana tercantum dalam TATA GEREJA GMIM; dan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merahasiakan serta mempertanggungjawabkan segala sesuatu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3. Berjanjikah saudara-saudara untuk tetap hidup kudus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sesuai kehendak Allah, supaya menjadi teladan bagi sesama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manusia; melaksanakan tugas saudara-saudara sebagai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Panitia Pemilihan Pelayan Khusus di Jemaat GMIM “SYALOOM”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DIMEMBE Wilayah DIMALAK dengan rajin dan setia,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sebagaimana tercantum dalam TATA GEREJA GMIM; dan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merahasiakan serta mempertanggungjawabkan segala sesuatu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yang dipercayakan kepada saudara-saudara dalam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melaksanakan tugas saudara-saudara?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Atas pertanyaan tersebut, apakah jawab saudara-saudara?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Calon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Ya, saya yakin, mengakui dan berjanji dengan segenap hati.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yang dipercayakan kepada saudara-saudara dalam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melaksanakan tugas saudara-saudara?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Atas pertanyaan tersebut, apakah jawab saudara-saudara?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Calon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Ya, saya yakin, mengakui dan berjanji dengan segenap hati.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Amin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(Jemaat berdiri, yang dilantik berdiri)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Berdasarkan jawab saudara-saudara, maka saya sebagai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Pelayan Yesus Kristus, atas nama Badan Pekerja Majelis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Sinode GMIM, melantik saudara-saudara menjadi Panitia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Wilayah DIMALAK.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Semoga Allah Bapa kita dalam Yesus Kristus, yang telah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memanggil saudara-saudara dalam pekerjaan pelayanan ini,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Berdasarkan jawab saudara-saudara, maka saya sebagai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Pelayan Yesus Kristus, atas nama Badan Pekerja Majelis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Sinode GMIM, melantik saudara-saudara menjadi Panitia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Pemilihan Pelayan Khusus di Jemaat GMIM “SYALOOM” DIMEMBE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Wilayah DIMALAK.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Semoga Allah Bapa kita dalam Yesus Kristus, yang telah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memanggil saudara-saudara dalam pekerjaan pelayanan ini,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menerangi saudara-saudara dengan Roh Kudus, supaya saudara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berbuah bagi Allah.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menerangi saudara-saudara dengan Roh Kudus, supaya saudara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berbuah bagi Allah. Amin.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Yang dilantik menyanyi: KJ No. 363 “Bagi Yesus Kuserahkan”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kuserahkan hidupku seluruhnya;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Hati dan perbuatanku, pun waktuku milikNya.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semuanya, pun waktuku milikNya.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semuanya, pun waktuku milikNya.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kuserahkan hidupku seluruhnya;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Hati dan perbuatanku, pun waktuku milikNya.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semuanya, pun waktuku milikNya.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semuanya, pun waktuku milikNya.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NASEHAT DAN PENYERAHAN TUGAS-TUGAS (Jemaat duduk, yang dilantik berdiri)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(sedang menyerahkan surat keputusan atau sesuatu yang lain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yang bersangkut paut dengan tugas orang yang dilantik)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Firman Allah menasehati saudara-saudara “Dan kamu,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saudara-saudara, janganlah jemu-jemu berbuat apa yang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baik”. (2 Tesalonika 3:13)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(Yang dilantik menghadap jemaat)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(kepada jemaat)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(sedang menyerahkan surat keputusan atau sesuatu yang lain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yang bersangkut paut dengan tugas orang yang dilantik)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Firman Allah menasehati saudara-saudara “Dan kamu,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saudara-saudara, janganlah jemu-jemu berbuat apa yang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baik”. (2 Tesalonika 3:13)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(Yang dilantik menghadap jemaat)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(kepada jemaat)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Saudara-saudara anggota jemaat Yesus Kristus, sambutlah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saudara-saudara yang dilantik menjadi Panitia Pemilihan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Pelayan Khusus di Jemaat GMIM “SYALOOM” DIMEMBE Wilayah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DIMALAK dengan sukacita dan terimalah mereka dengan penuh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tanggung jawab, doakanlah mereka, supaya Jemaat GMIM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“SYALOOM” DIMEMBE semakin mencapai tingkat pertumbuhan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yang sesuai dengan kepenuhan Kristus.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Saudara-saudara anggota jemaat Yesus Kristus, sambutlah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saudara-saudara yang dilantik menjadi Panitia Pemilihan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Pelayan Khusus di Jemaat GMIM “SYALOOM” DIMEMBE Wilayah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DIMALAK dengan sukacita dan terimalah mereka dengan penuh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tanggung jawab, doakanlah mereka, supaya Jemaat GMIM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“SYALOOM” DIMEMBE semakin mencapai tingkat pertumbuhan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yang sesuai dengan kepenuhan Kristus. Amin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“Bekerja Bersama-Sama”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Bekerja bersama-sama jalan berdekat-dekat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Hidup dan beramah-ramah bersehati sefakat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Jangan dengan mulut hanya hatimu patutlah berkata pada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yang teman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Angkat perjanjian yang tetap teguh rasa sama-sama susah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dan senang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Jika kamu mau untung banyaklah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Bekerja bersama-sama jalan berdekat-dekat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Hidup dan beramah-ramah bersehati sefakat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Jangan dengan mulut hanya hatimu patutlah berkata pada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yang teman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Angkat perjanjian yang tetap teguh rasa sama-sama susah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dan senang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Jika kamu mau untung banyaklah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Jangan hidup jauh hanya jadi sehati sekerja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Jangan hidup jauh hanya jadi sehati sekerja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DOA UMUM (Jemaat duduk)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Marilah kita berdoa : … (Doa persembahan, Doa syukur, Doa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permohonan, Doa syafaat)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(Doa Bapa kami) Bapa kami yang di sorga, Dikuduskanlah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nama-Mu, datanglah Kerajaan-Mu, jadilah kehendak-Mu di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bumi seperti di sorga. Berikanlah kami pada hari ini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makanan kami yang secukupnya dan ampunilah kami akan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kesalahan kami, seperti kami juga mengampuni orang yang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Marilah kita berdoa : … (Doa persembahan, Doa syukur, Doa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permohonan, Doa syafaat)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(Doa Bapa kami) Bapa kami yang di sorga, Dikuduskanlah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nama-Mu, datanglah Kerajaan-Mu, jadilah kehendak-Mu di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bumi seperti di sorga. Berikanlah kami pada hari ini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makanan kami yang secukupnya dan ampunilah kami akan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kesalahan kami, seperti kami juga mengampuni orang yang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bersalah kepada kami; dan janganlah membawa kami ke dalam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pencobaan, tetapi lepaskanlah kami dari pada yang jahat</a:t>
            </a:r>
          </a:p>
          <a:p>
            <a:pPr algn="r"/>
            <a:r>
              <a:rPr sz="50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Karena Engkaulah yang empunya Kerajaan dan kuasa dan</a:t>
            </a:r>
          </a:p>
          <a:p>
            <a:pPr algn="r"/>
            <a:r>
              <a:rPr sz="5000" b="0">
                <a:solidFill>
                  <a:srgbClr val="000000"/>
                </a:solidFill>
                <a:latin typeface="Montserrat"/>
              </a:rPr>
              <a:t>kemuliaan sampai selama-lamanya.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bersalah kepada kami; dan janganlah membawa kami ke dalam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pencobaan, tetapi lepaskanlah kami dari pada yang jahat</a:t>
            </a:r>
          </a:p>
          <a:p>
            <a:pPr algn="r"/>
            <a:r>
              <a:rPr sz="50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5000" b="0">
                <a:solidFill>
                  <a:srgbClr val="F2C94C"/>
                </a:solidFill>
                <a:latin typeface="Montserrat"/>
              </a:rPr>
              <a:t>Karena Engkaulah yang empunya Kerajaan dan kuasa dan</a:t>
            </a:r>
          </a:p>
          <a:p>
            <a:pPr algn="r"/>
            <a:r>
              <a:rPr sz="5000" b="0">
                <a:solidFill>
                  <a:srgbClr val="F2C94C"/>
                </a:solidFill>
                <a:latin typeface="Montserrat"/>
              </a:rPr>
              <a:t>kemuliaan sampai selama-lamanya. Amin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PENUTUP (Jemaat berdiri)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Kerajaan Allah Datanglah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 Allah datanglah bagi kami anak-anakMu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KerajaanMu datanglah ngalir dalam dunia, dunia yang kelam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Akan meneguhkan hati yang lemah dan mendirikan damai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senang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 kerajaan, kerajaan yang mulia masuk dalam dunia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oleh Almasih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 kerajaan akan untung manusia. Itulah sentosa untuk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 Allah datanglah bagi kami anak-anakMu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KerajaanMu datanglah ngalir dalam dunia, dunia yang kelam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Akan meneguhkan hati yang lemah dan mendirikan damai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senang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 kerajaan, kerajaan yang mulia masuk dalam dunia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oleh Almasih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 kerajaan akan untung manusia. Itulah sentosa untuk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s'lamanya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 yang adil dan benar dan kuasaNya amat teguh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Di dalam susah ribut dan prang tempat berlindung dan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berteduh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Masuklah hati tinggal tetap S'lamat sentosa sepenuh )2x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Datanglah... kerajaanNya...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s'lamanya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 yang adil dan benar dan kuasaNya amat teguh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Di dalam susah ribut dan prang tempat berlindung dan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berteduh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Masuklah hati tinggal tetap S'lamat sentosa sepenuh )2x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Datanglah... kerajaanNya...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SALAM DAN BERKAT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Sampaikanlah salam kepada tiap-tiap orang kudus dalam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Yesus Kristus.</a:t>
            </a:r>
          </a:p>
          <a:p>
            <a:pPr algn="l"/>
            <a:r>
              <a:rPr sz="50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5000" b="0">
                <a:solidFill>
                  <a:srgbClr val="000000"/>
                </a:solidFill>
                <a:latin typeface="Montserrat"/>
              </a:rPr>
              <a:t>Kasih karunia TUHAN Yesus Kristus, kasih Allah dan</a:t>
            </a:r>
          </a:p>
          <a:p>
            <a:pPr algn="l"/>
            <a:r>
              <a:rPr sz="5000" b="0">
                <a:solidFill>
                  <a:srgbClr val="000000"/>
                </a:solidFill>
                <a:latin typeface="Montserrat"/>
              </a:rPr>
              <a:t>persekutuan Roh Kudus menyertai saudara sekalian.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Sampaikanlah salam kepada tiap-tiap orang kudus dalam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Yesus Kristus.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5000" b="0">
                <a:solidFill>
                  <a:srgbClr val="FFFFFF"/>
                </a:solidFill>
                <a:latin typeface="Montserrat"/>
              </a:rPr>
              <a:t>Kasih karunia TUHAN Yesus Kristus, kasih Allah dan</a:t>
            </a:r>
          </a:p>
          <a:p>
            <a:pPr algn="l"/>
            <a:r>
              <a:rPr sz="5000" b="0">
                <a:solidFill>
                  <a:srgbClr val="FFFFFF"/>
                </a:solidFill>
                <a:latin typeface="Montserrat"/>
              </a:rPr>
              <a:t>persekutuan Roh Kudus menyertai saudara sekalian.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J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.................................... Saat Teduh ....................................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