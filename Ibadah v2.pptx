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TATA IBADAH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HARI MINGGU BENTUK III DAN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PELANTIKAN PANITIA PEMILIHAN PELAYAN KHUSUS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Tema Bulanan 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Tema Bulanan 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“Spiritualitas Kebangkitan Yesus Kristus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“Spiritualitas Kebangkitan Yesus Kristus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Menggerakkan Gereja Untuk Melayani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Menggerakkan Gereja Untuk Melayani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Mewujudkan Tanda-Tanda Kerajaan Allah”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Mewujudkan Tanda-Tanda Kerajaan Allah”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Tema Mingguan 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Tema Mingguan 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“Takhta-Mu, Ya Allah, Tetap Untuk Seterusnya Dan Selamanya,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“Takhta-Mu, Ya Allah, Tetap Untuk Seterusnya Dan Selamanya,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Dan Tongkat-Mu Adalah Tongkat Kebenaran”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Dan Tongkat-Mu Adalah Tongkat Kebenaran”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80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FFFFF"/>
                </a:solidFill>
                <a:latin typeface="Montserrat"/>
              </a:rPr>
              <a:t>(Ibrani 1:5-14)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GMIM “SYALOOM” DIMEMBE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PERSIAPAN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NYANYIAN MASUK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PK	Marilah kita berdiri, dan memulaikan ibadah ini dengan menyanyi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PK	Marilah kita berdiri, dan memulaikan ibadah ini dengan menyanyi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Menyanyi KJ No. 4 “Hai Mari Sembah”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Hai mari sembah Yang Mahabesar, nyanyikan syukur dengan bergemar.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Hai mari sembah Yang Mahabesar, nyanyikan syukur dengan bergemar.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Perisai umatNya, Yang Mahaesa, mulia namaNya, takhtaNya megah!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Perisai umatNya, Yang Mahaesa, mulia namaNya, takhtaNya megah!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TAHBISAN DAN SALAM (Jemaat berdiri)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TAHBISAN DAN SALAM (Jemaat berdiri)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0">
                <a:solidFill>
                  <a:srgbClr val="000000"/>
                </a:solidFill>
                <a:latin typeface="Montserrat"/>
              </a:rPr>
              <a:t>P	Pertolongan kepada kita adalah dalam nama TUHAN, Allah Pencipta langit dan bumi,</a:t>
            </a:r>
            <a:br/>
            <a:r>
              <a:t>yang memelihara kesetiaan-Nya sampai selama-lamanya dan tidak meninggalkan perbuatan tangan-Nya.</a:t>
            </a:r>
            <a:br/>
            <a:r>
              <a:t>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0">
                <a:solidFill>
                  <a:srgbClr val="FFFFFF"/>
                </a:solidFill>
                <a:latin typeface="Montserrat"/>
              </a:rPr>
              <a:t>P	Pertolongan kepada kita adalah dalam nama TUHAN, Allah Pencipta langit dan bumi,</a:t>
            </a:r>
            <a:br/>
            <a:r>
              <a:t>yang memelihara kesetiaan-Nya sampai selama-lamanya dan tidak meninggalkan perbuatan tangan-Nya.</a:t>
            </a:r>
            <a:br/>
            <a:r>
              <a:t>Amin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	Kasih karunia dan damai sejahtera dari Allah, Bapa kita,</a:t>
            </a:r>
            <a:br/>
            <a:r>
              <a:t>dan dari TUHAN Yesus Kristus menyertai saudara-saudara.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	Kasih karunia dan damai sejahtera dari Allah, Bapa kita,</a:t>
            </a:r>
            <a:br/>
            <a:r>
              <a:t>dan dari TUHAN Yesus Kristus menyertai saudara-saudara.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J	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J	Amin.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NAS PEMBIMBING (Mazmur 9:8-9)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NAS PEMBIMBING (Mazmur 9:8-9)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	Tetapi TUHAN bersemayam untuk selama-lamanya,</a:t>
            </a:r>
            <a:br/>
            <a:r>
              <a:t>takhta-Nya didirikan-Nya untuk menjalankan penghakiman.</a:t>
            </a:r>
            <a:br/>
            <a:r>
              <a:t>Dialah yang menghakimi dunia dengan keadilan dan mengadili bangsa-bangsa dengan kebenaran.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	Tetapi TUHAN bersemayam untuk selama-lamanya,</a:t>
            </a:r>
            <a:br/>
            <a:r>
              <a:t>takhta-Nya didirikan-Nya untuk menjalankan penghakiman.</a:t>
            </a:r>
            <a:br/>
            <a:r>
              <a:t>Dialah yang menghakimi dunia dengan keadilan dan mengadili bangsa-bangsa dengan kebenaran.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Menyanyi KJ No. 247 “Sungguh Kerajaan Allah”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Sungguh, Kerajaan Allah di bumi tak kalah.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Sungguh, Kerajaan Allah di bumi tak kalah.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Yesus yang bangkit dilantik menjadi Kepala.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Yesus yang bangkit dilantik menjadi Kepala.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Ia menang; g’lapmu menjadi terang: lihatlah fajar menyala.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Ia menang; g’lapmu menjadi terang: lihatlah fajar menyala.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PENGAKUAN DOSA DAN BERITA ANUGERAH ALLAH (Jemaat duduk)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PENGAKUAN DOSA DAN BERITA ANUGERAH ALLAH (Jemaat duduk)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	Marilah kita merendahkan diri di hadapan TUHAN, Allah kita,</a:t>
            </a:r>
            <a:br/>
            <a:r>
              <a:t>dan mengaku dosa kita kepada-Nya. Kita berdoa :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	Marilah kita merendahkan diri di hadapan TUHAN, Allah kita,</a:t>
            </a:r>
            <a:br/>
            <a:r>
              <a:t>dan mengaku dosa kita kepada-Nya. Kita berdoa : ...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Menyanyi NNBT No. 11 “Ya Allah-ku, Kami Mengaku Dosa”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Ya Allah-ku, kami mengaku dosa ampunilah kami, Kyrie Elei son.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Ya Allah-ku, kami mengaku dosa ampunilah kami, Kyrie Elei son.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Ya Allah-ku, kami mengaku dosa ampunilah kami, Christe Elei son.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Ya Allah-ku, kami mengaku dosa ampunilah kami, Christe Elei son.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Ya Allah-ku, kami mengaku dosa ampunilah kami, Kyrie Elei son.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Ya Allah-ku, kami mengaku dosa ampunilah kami, Kyrie Elei son.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0">
                <a:solidFill>
                  <a:srgbClr val="000000"/>
                </a:solidFill>
                <a:latin typeface="Montserrat"/>
              </a:rPr>
              <a:t>P	Sebagai pelayan Yesus Kristus kami memberitakan peng-ampunan dosa kepada tiap-tiap orang yang dengan tulus ikhlas mengaku dosanya di hadapan Allah.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0">
                <a:solidFill>
                  <a:srgbClr val="FFFFFF"/>
                </a:solidFill>
                <a:latin typeface="Montserrat"/>
              </a:rPr>
              <a:t>P	Sebagai pelayan Yesus Kristus kami memberitakan peng-ampunan dosa kepada tiap-tiap orang yang dengan tulus ikhlas mengaku dosanya di hadapan Allah.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Nas Pemberitaan Anugerah Allah : Mazmur 103:8-13. TUHAN adalah penyayang dan pengasih,</a:t>
            </a:r>
            <a:br/>
            <a:r>
              <a:t>panjang sabar dan berlimpah kasih setia. Tidak selalu Ia menuntut,</a:t>
            </a:r>
            <a:br/>
            <a:r>
              <a:t>dan tidak untuk selama-lamanya Ia mendendam.</a:t>
            </a:r>
            <a:br/>
            <a:r>
              <a:t>Tidak dilakukan-Nya kepada kita setimpal dengan dosa kita,</a:t>
            </a:r>
            <a:br/>
            <a:r>
              <a:t>dan tidak dibalas-Nya kepada kita setimpal dengan kesalahan kita,</a:t>
            </a:r>
            <a:br/>
            <a:r>
              <a:t>tetapi setinggi langit di atas bumi,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Nas Pemberitaan Anugerah Allah : Mazmur 103:8-13. TUHAN adalah penyayang dan pengasih,</a:t>
            </a:r>
            <a:br/>
            <a:r>
              <a:t>panjang sabar dan berlimpah kasih setia. Tidak selalu Ia menuntut,</a:t>
            </a:r>
            <a:br/>
            <a:r>
              <a:t>dan tidak untuk selama-lamanya Ia mendendam.</a:t>
            </a:r>
            <a:br/>
            <a:r>
              <a:t>Tidak dilakukan-Nya kepada kita setimpal dengan dosa kita,</a:t>
            </a:r>
            <a:br/>
            <a:r>
              <a:t>dan tidak dibalas-Nya kepada kita setimpal dengan kesalahan kita,</a:t>
            </a:r>
            <a:br/>
            <a:r>
              <a:t>tetapi setinggi langit di atas bumi,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demikian besarnya kasih setia-Nya atas orang-orang yang takut akan Dia;</a:t>
            </a:r>
            <a:br/>
            <a:r>
              <a:t>sejauh timur dari barat, demikian dijauhkan-Nya dari pada kita pelanggaran kita.</a:t>
            </a:r>
            <a:br/>
            <a:r>
              <a:t>Seperti bapa sayang kepada anak-anaknya,</a:t>
            </a:r>
            <a:br/>
            <a:r>
              <a:t>demikian TUHAN sayang kepada orang-orang yang takut akan Dia.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demikian besarnya kasih setia-Nya atas orang-orang yang takut akan Dia;</a:t>
            </a:r>
            <a:br/>
            <a:r>
              <a:t>sejauh timur dari barat, demikian dijauhkan-Nya dari pada kita pelanggaran kita.</a:t>
            </a:r>
            <a:br/>
            <a:r>
              <a:t>Seperti bapa sayang kepada anak-anaknya,</a:t>
            </a:r>
            <a:br/>
            <a:r>
              <a:t>demikian TUHAN sayang kepada orang-orang yang takut akan Dia.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Menyanyi NKB No. 15 “Hidup Yang Penuh Berbeban”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Hidup yang penuh berbeban dan terasa berat,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Hidup yang penuh berbeban dan terasa berat,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ringan semua di Kalvari, karn’a Yesus dekat.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ringan semua di Kalvari, karn’a Yesus dekat.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Refr	Ringan semua di Kalvari, Kalvari, Kalvari;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Refr	Ringan semua di Kalvari, Kalvari, Kalvari;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Ringan semua di Kalvari, karn’a Yesus dekat.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Ringan semua di Kalvari, karn’a Yesus dekat.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DOA UNTUK PEMBACAAN ALKITAB, PEMBERITAAN FIRMAN TUHAN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FFFFF"/>
                </a:solidFill>
                <a:latin typeface="Montserrat"/>
              </a:rPr>
              <a:t>P 	TUHAN menyertai saudara-saudara.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FFFFF"/>
                </a:solidFill>
                <a:latin typeface="Montserrat"/>
              </a:rPr>
              <a:t>J	Dan menyertai saudara juga.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FFFFF"/>
                </a:solidFill>
                <a:latin typeface="Montserrat"/>
              </a:rPr>
              <a:t>P	Marilah kita berdoa : …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1E1E1E"/>
                </a:solidFill>
                <a:latin typeface="Montserrat"/>
              </a:rPr>
              <a:t>PEMBACAAN ALKITAB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P	Marilah kita membaca Alkitab : IBRANI 1:5-14.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Demikianlah Firman TUHAN.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PENGAKUAN IMAN (Jemaat berdiri)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P	Marilah kita mengaku iman kita: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P+J	Pengakuan Iman Nicea-Konstantinopel: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Aku percaya kepada satu Allah Bapa, Yang Mahakuasa, Pencipta langit dan bumi,</a:t>
            </a:r>
            <a:br/>
            <a:r>
              <a:t>segala yang kelihatan dan yang tidak kelihatan. Dan kepada satu TUHAN, Yesus Kristus,</a:t>
            </a:r>
            <a:br/>
            <a:r>
              <a:t>Anak Allah yang tunggal, yang lahir dari Sang Bapa sebelum ada segala zaman,</a:t>
            </a:r>
            <a:br/>
            <a:r>
              <a:t>Allah dari Allah, Terang dari terang, Allah yang sejati dari Allah yang sejati,</a:t>
            </a:r>
            <a:br/>
            <a:r>
              <a:t>diperanakkan, bukan dibuat, sehakikat dengan sang Bapa,</a:t>
            </a:r>
            <a:br/>
            <a:r>
              <a:t>yang dengan perantaraan-Nya segala sesuatu dibuat;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yang telah turun dari sorga untuk kita manusia dan untuk keselamatan kita,</a:t>
            </a:r>
            <a:br/>
            <a:r>
              <a:t>dan menjadi daging, oleh Roh Kudus, dari Anak dara Maria, dan menjadi manusia,</a:t>
            </a:r>
            <a:br/>
            <a:r>
              <a:t>yang disalibkan bagi kita di bawah pemerintahan Pontius Pilatus, menderita dan dikuburkan;</a:t>
            </a:r>
            <a:br/>
            <a:r>
              <a:t>yang bangkit pada hari ketiga; sesuai dengan isi kitab-kitab, dan naik ke sorga,</a:t>
            </a:r>
            <a:br/>
            <a:r>
              <a:t>yang duduk di sebelah kanan Sang Bapa,</a:t>
            </a:r>
            <a:br/>
            <a:r>
              <a:t>dan akan datang kembali dengan kemuliaan untuk menghakimi orang yang hidup dan yang mati;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yang kerajaan-Nya takkan berakhir. Aku percaya kepada Roh Kudus,</a:t>
            </a:r>
            <a:br/>
            <a:r>
              <a:t>yang adalah TUHAN dan yang menghidupkan, yang keluar dari Sang Bapa dan Sang Anak,</a:t>
            </a:r>
            <a:br/>
            <a:r>
              <a:t>yang bersama-sama dengan Sang Bapa dan Sang Anak disembah dan dimuliakan,</a:t>
            </a:r>
            <a:br/>
            <a:r>
              <a:t>yang telah berfirman dengan perantaraan para nabi.</a:t>
            </a:r>
            <a:br/>
            <a:r>
              <a:t>Aku percaya kepada satu Gereja yang kudus dan am dan rasuli.</a:t>
            </a:r>
            <a:br/>
            <a:r>
              <a:t>Aku mengaku satu baptisan untuk pengampunan dosa.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1E1E1E"/>
                </a:solidFill>
                <a:latin typeface="Montserrat"/>
              </a:rPr>
              <a:t>Aku menantikan kebangkitan orang mati dan kehidupan di zaman yang akan datang. Amin.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Nyanyian Jemaat (sebelum khotbah)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0">
                <a:solidFill>
                  <a:srgbClr val="000000"/>
                </a:solidFill>
                <a:latin typeface="Montserrat"/>
              </a:rPr>
              <a:t>KHOTBAH : 	TAKHTA-MU YA ALLAH TETAP UNTUK SETERUSNYA DAN SELAMANYA DAN TONGKAT-MU ADALAH TONGKAT KEBENARAN.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200" b="0">
                <a:solidFill>
                  <a:srgbClr val="FFFFFF"/>
                </a:solidFill>
                <a:latin typeface="Montserrat"/>
              </a:rPr>
              <a:t>KHOTBAH : 	TAKHTA-MU YA ALLAH TETAP UNTUK SETERUSNYA DAN SELAMANYA DAN TONGKAT-MU ADALAH TONGKAT KEBENARAN.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Nyanyian Jemaat (sesudah khotbah)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PERSEMBAHAN (Jemaat duduk dan/atau berjalan)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PERSEMBAHAN (Jemaat duduk dan/atau berjalan)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 	Marilah kita membawa persembahan kita, ke meja persembahan.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 	Marilah kita membawa persembahan kita, ke meja persembahan.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Menyanyi KJ No. 288 “Mari Puji Raja Sorga”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Mari, puji Raja sorga, persembahan bawalah!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Mari, puji Raja sorga, persembahan bawalah!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DitebusNya jiwa raga, maka puji namaNya!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DitebusNya jiwa raga, maka puji namaNya!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Puji Dia, puji Dia, puji Raja semesta!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Puji Dia, puji Dia, puji Raja semesta!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Puji Yang kekal rahmatNya bagi umat dalam aib,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Puji Yang kekal rahmatNya bagi umat dalam aib,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dulu, kini, selamanya panjang sabar, mahabaik.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dulu, kini, selamanya panjang sabar, mahabaik.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Puji Dia, puji Dia, yang setiaNya ajaib!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Puji Dia, puji Dia, yang setiaNya ajaib!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Bagai Bapa yang penyayang, siapa kita Ia tahu;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Bagai Bapa yang penyayang, siapa kita Ia tahu;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tangan kasihNya menatang di tengah bahaya maut.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tangan kasihNya menatang di tengah bahaya maut.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Puji Dia, puji Dia, kasihNya seluas laut!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Puji Dia, puji Dia, kasihNya seluas laut!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Kita bagai bunga saja, layu habis musimnya,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Kita bagai bunga saja, layu habis musimnya,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tapi keadaan Raja tak berubah, tak lemah.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tapi keadaan Raja tak berubah, tak lemah.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Puji Dia, puji Dia, yang kekal kasihNya!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Puji Dia, puji Dia, yang kekal kasihNya!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Sujudlah, hai bala sorga, abdi Allah terdekat;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Sujudlah, hai bala sorga, abdi Allah terdekat;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turut, bintang, bulan, surya, tiap waktu dan tempat.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turut, bintang, bulan, surya, tiap waktu dan tempat.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Puji Dia, puji Dia, Sumber kasih dan berkat!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Puji Dia, puji Dia, Sumber kasih dan berkat!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PELANTIKAN PANITIA PEMILIHAN PELAYAN KHUSUS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PENGAJARAN: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P	Jemaat Yesus Kristus,</a:t>
            </a:r>
            <a:br/>
            <a:r>
              <a:t>saat ini akan dilantik Panitia Pemilihan Pelayan Khusus di Jemaat GMIM “SYALOOM” DIMEMBE Wilayah DIMALAK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P	Jemaat Yesus Kristus,</a:t>
            </a:r>
            <a:br/>
            <a:r>
              <a:t>saat ini akan dilantik Panitia Pemilihan Pelayan Khusus di Jemaat GMIM “SYALOOM” DIMEMBE Wilayah DIMALAK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Sebelum kami akan melantik mereka, perlu kita pelajari bersama apa yang menjadi tugas,</a:t>
            </a:r>
            <a:br/>
            <a:r>
              <a:t>tanggung jawab dan wewenang urusan Panitia Pemilihan Pelayan Khusus di Jemaat GMIM “SYALOOM” DIMEMBE Wilayah DIMALAK.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Sebelum kami akan melantik mereka, perlu kita pelajari bersama apa yang menjadi tugas,</a:t>
            </a:r>
            <a:br/>
            <a:r>
              <a:t>tanggung jawab dan wewenang urusan Panitia Pemilihan Pelayan Khusus di Jemaat GMIM “SYALOOM” DIMEMBE Wilayah DIMALAK.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Pada dasarnya semua sidi jemaat terpanggil untuk bekerja di ladang TUHAN,</a:t>
            </a:r>
            <a:br/>
            <a:r>
              <a:t>khususnya untuk mengakui Yesus Kristus sebagai TUHAN dan Juruselamat kepada manusia dan melayani sesama manusia.</a:t>
            </a:r>
            <a:br/>
            <a:r>
              <a:t>Namun ada orang yang mempunyai tugas, tanggung jawab dan wewenang khusus,</a:t>
            </a:r>
            <a:br/>
            <a:r>
              <a:t>yaitu mereka yang diteguhkan sebagai Pelayan Khusus,</a:t>
            </a:r>
            <a:br/>
            <a:r>
              <a:t>yang ditetapkan sebagai pekerja tetap,</a:t>
            </a:r>
            <a:br/>
            <a:r>
              <a:t>yang dilantik sebagai Panitia Pemilihan Pelayan Khusus di Jemaat GMIM “SYALOOM” DIMEMBE Wilayah DIMALAK,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Pada dasarnya semua sidi jemaat terpanggil untuk bekerja di ladang TUHAN,</a:t>
            </a:r>
            <a:br/>
            <a:r>
              <a:t>khususnya untuk mengakui Yesus Kristus sebagai TUHAN dan Juruselamat kepada manusia dan melayani sesama manusia.</a:t>
            </a:r>
            <a:br/>
            <a:r>
              <a:t>Namun ada orang yang mempunyai tugas, tanggung jawab dan wewenang khusus,</a:t>
            </a:r>
            <a:br/>
            <a:r>
              <a:t>yaitu mereka yang diteguhkan sebagai Pelayan Khusus,</a:t>
            </a:r>
            <a:br/>
            <a:r>
              <a:t>yang ditetapkan sebagai pekerja tetap,</a:t>
            </a:r>
            <a:br/>
            <a:r>
              <a:t>yang dilantik sebagai Panitia Pemilihan Pelayan Khusus di Jemaat GMIM “SYALOOM” DIMEMBE Wilayah DIMALAK,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dan yang diutus.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dan yang diutus.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Walaupun tugas, tanggung jawab dan wewenang dari orang-orang ini berbeda-beda,</a:t>
            </a:r>
            <a:br/>
            <a:r>
              <a:t>namun semua mempunyai maksud dan tujuan yang sama, yaitu bekerja untuk TUHAN.</a:t>
            </a:r>
            <a:br/>
            <a:r>
              <a:t>Mengenai keanekaragaman dan kesatuan ini Rasul Paulus menulis dalam Efesus 4:7;</a:t>
            </a:r>
            <a:br/>
            <a:r>
              <a:t>11-16: “Kepada kita masing-masing telah dianugerahkan kasih dan karunia menurut ukuran pemberian Kristus.</a:t>
            </a:r>
            <a:br/>
            <a:r>
              <a:t>“Dan ialah yang memberikan baik rasul-rasul maupun nabi-nabi,</a:t>
            </a:r>
            <a:br/>
            <a:r>
              <a:t>baik pemberita-pemberita Injil maupun gembala-gembala dan pengajar-pengajar,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Walaupun tugas, tanggung jawab dan wewenang dari orang-orang ini berbeda-beda,</a:t>
            </a:r>
            <a:br/>
            <a:r>
              <a:t>namun semua mempunyai maksud dan tujuan yang sama, yaitu bekerja untuk TUHAN.</a:t>
            </a:r>
            <a:br/>
            <a:r>
              <a:t>Mengenai keanekaragaman dan kesatuan ini Rasul Paulus menulis dalam Efesus 4:7;</a:t>
            </a:r>
            <a:br/>
            <a:r>
              <a:t>11-16: “Kepada kita masing-masing telah dianugerahkan kasih dan karunia menurut ukuran pemberian Kristus.</a:t>
            </a:r>
            <a:br/>
            <a:r>
              <a:t>“Dan ialah yang memberikan baik rasul-rasul maupun nabi-nabi,</a:t>
            </a:r>
            <a:br/>
            <a:r>
              <a:t>baik pemberita-pemberita Injil maupun gembala-gembala dan pengajar-pengajar,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untuk memperlengkapi orang-orang kudus bagi pekerjaan pelayanan,</a:t>
            </a:r>
            <a:br/>
            <a:r>
              <a:t>bagi pembangunan tubuh Kristus,</a:t>
            </a:r>
            <a:br/>
            <a:r>
              <a:t>sampai kita semua telah mencapai kesatuan iman dan pengetahuan yang benar tentang Anak Allah,</a:t>
            </a:r>
            <a:br/>
            <a:r>
              <a:t>kedewasaan penuh, dan tingkat pertumbuhan yang sesuai dengan kepenuhan Kristus,</a:t>
            </a:r>
            <a:br/>
            <a:r>
              <a:t>sehingga kita bukan lagi anak-anak,</a:t>
            </a:r>
            <a:br/>
            <a:r>
              <a:t>yang diombang-ambingkan oleh rupa-rupa angin pengajaran,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untuk memperlengkapi orang-orang kudus bagi pekerjaan pelayanan,</a:t>
            </a:r>
            <a:br/>
            <a:r>
              <a:t>bagi pembangunan tubuh Kristus,</a:t>
            </a:r>
            <a:br/>
            <a:r>
              <a:t>sampai kita semua telah mencapai kesatuan iman dan pengetahuan yang benar tentang Anak Allah,</a:t>
            </a:r>
            <a:br/>
            <a:r>
              <a:t>kedewasaan penuh, dan tingkat pertumbuhan yang sesuai dengan kepenuhan Kristus,</a:t>
            </a:r>
            <a:br/>
            <a:r>
              <a:t>sehingga kita bukan lagi anak-anak,</a:t>
            </a:r>
            <a:br/>
            <a:r>
              <a:t>yang diombang-ambingkan oleh rupa-rupa angin pengajaran,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oleh permainan palsu manusia dalam kelicikan mereka yang menyesatkan,</a:t>
            </a:r>
            <a:br/>
            <a:r>
              <a:t>tetapi dengan teguh berpegang kepada kebenaran di dalam kasih kita bertumbuh di dalam segala hal ke arah Dia,</a:t>
            </a:r>
            <a:br/>
            <a:r>
              <a:t>Kristus yang adalah Kepala.</a:t>
            </a:r>
            <a:br/>
            <a:r>
              <a:t>Daripada-Nyalah seluruh tubuh yang rapi tersusun dan diikat menjadi satu oleh pelayanan semua bagian,</a:t>
            </a:r>
            <a:br/>
            <a:r>
              <a:t>sesuai dengan kadar pekerjaan tiap-tiap anggota menerima pertumbuhannya dan membangun dirinya dalam kasih.”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oleh permainan palsu manusia dalam kelicikan mereka yang menyesatkan,</a:t>
            </a:r>
            <a:br/>
            <a:r>
              <a:t>tetapi dengan teguh berpegang kepada kebenaran di dalam kasih kita bertumbuh di dalam segala hal ke arah Dia,</a:t>
            </a:r>
            <a:br/>
            <a:r>
              <a:t>Kristus yang adalah Kepala.</a:t>
            </a:r>
            <a:br/>
            <a:r>
              <a:t>Daripada-Nyalah seluruh tubuh yang rapi tersusun dan diikat menjadi satu oleh pelayanan semua bagian,</a:t>
            </a:r>
            <a:br/>
            <a:r>
              <a:t>sesuai dengan kadar pekerjaan tiap-tiap anggota menerima pertumbuhannya dan membangun dirinya dalam kasih.”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  <a:latin typeface="Montserrat"/>
              </a:rPr>
              <a:t>Oleh karena dalam ibadah ini akan dilantik Panitia Pemilihan Pelayan Khusus di Jemaat GMIM “SYALOOM” DIMEMBE Wilayah DIMALAK,</a:t>
            </a:r>
            <a:br/>
            <a:r>
              <a:t>maka perlu diterangkan apa yang khususnya merupakan tugas,</a:t>
            </a:r>
            <a:br/>
            <a:r>
              <a:t>tanggung jawab dan wewenang Panitia Pemilihan Pelayan Khusus di Jemaat GMIM “SYALOOM” DIMEMBE Wilayah DIMALAK ini.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ontserrat"/>
              </a:rPr>
              <a:t>Oleh karena dalam ibadah ini akan dilantik Panitia Pemilihan Pelayan Khusus di Jemaat GMIM “SYALOOM” DIMEMBE Wilayah DIMALAK,</a:t>
            </a:r>
            <a:br/>
            <a:r>
              <a:t>maka perlu diterangkan apa yang khususnya merupakan tugas,</a:t>
            </a:r>
            <a:br/>
            <a:r>
              <a:t>tanggung jawab dan wewenang Panitia Pemilihan Pelayan Khusus di Jemaat GMIM “SYALOOM” DIMEMBE Wilayah DIMALAK ini.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80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Montserrat"/>
              </a:rPr>
              <a:t>(Pembacaan Surat Keputusan, nama-nama yang sudah dibacakan agar berdiri di depan menghadap khadim)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PERTANYAAAN-PERTANYAAN PELANTIKAN(Jemaat duduk, yang hendak dilantik berdiri)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PERTANYAAAN-PERTANYAAN PELANTIKAN(Jemaat duduk, yang hendak dilantik berdiri)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  <a:latin typeface="Montserrat"/>
              </a:rPr>
              <a:t>P	Di depan kita telah berdiri saudara-saudara kita yang bersedia untuk dilantik sebagai Panitia Pemilihan Pelayan Khusus di Jemaat GMIM “SYALOOM” DIMEMBE Wilayah DIMALAK Agar menjadi nyata kepada kita,</a:t>
            </a:r>
            <a:br/>
            <a:r>
              <a:t>bahwa mereka bersedia memenuhi panggilan TUHAN,</a:t>
            </a:r>
            <a:br/>
            <a:r>
              <a:t>maka kami silakan mereka untuk menjawab secara jujur di hadapan TUHAN dan jemaat sebagai saksi pertanyaan-pertanyaan yang berikut: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ontserrat"/>
              </a:rPr>
              <a:t>P	Di depan kita telah berdiri saudara-saudara kita yang bersedia untuk dilantik sebagai Panitia Pemilihan Pelayan Khusus di Jemaat GMIM “SYALOOM” DIMEMBE Wilayah DIMALAK Agar menjadi nyata kepada kita,</a:t>
            </a:r>
            <a:br/>
            <a:r>
              <a:t>bahwa mereka bersedia memenuhi panggilan TUHAN,</a:t>
            </a:r>
            <a:br/>
            <a:r>
              <a:t>maka kami silakan mereka untuk menjawab secara jujur di hadapan TUHAN dan jemaat sebagai saksi pertanyaan-pertanyaan yang berikut: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  <a:latin typeface="Montserrat"/>
              </a:rPr>
              <a:t>1. Yakinkah saudara-saudara,</a:t>
            </a:r>
            <a:br/>
            <a:r>
              <a:t>bahwa melalui tatacara yang sah saudara-saudara telah dipanggil oleh TUHAN Allah sendiri untuk menjadi Panitia Pemilihan Pelayan Khusus di Jemaat GMIM “SYALOOM” DIMEMBE Wilayah DIMALAK 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ontserrat"/>
              </a:rPr>
              <a:t>1. Yakinkah saudara-saudara,</a:t>
            </a:r>
            <a:br/>
            <a:r>
              <a:t>bahwa melalui tatacara yang sah saudara-saudara telah dipanggil oleh TUHAN Allah sendiri untuk menjadi Panitia Pemilihan Pelayan Khusus di Jemaat GMIM “SYALOOM” DIMEMBE Wilayah DIMALAK .?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2.</a:t>
            </a:r>
            <a:br/>
            <a:r>
              <a:t>Apakah saudara-saudara mengakui Alkitab sebagai sumber pemberitaan dan sebagai ukuran iman yang benar,</a:t>
            </a:r>
            <a:br/>
            <a:r>
              <a:t>bahkan berpegang pada pengakuan iman Gereja?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2.</a:t>
            </a:r>
            <a:br/>
            <a:r>
              <a:t>Apakah saudara-saudara mengakui Alkitab sebagai sumber pemberitaan dan sebagai ukuran iman yang benar,</a:t>
            </a:r>
            <a:br/>
            <a:r>
              <a:t>bahkan berpegang pada pengakuan iman Gereja?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  <a:latin typeface="Montserrat"/>
              </a:rPr>
              <a:t>3. Berjanjikah saudara-saudara untuk tetap hidup kudus sesuai kehendak Allah,</a:t>
            </a:r>
            <a:br/>
            <a:r>
              <a:t>supaya menjadi teladan bagi sesama manusia;</a:t>
            </a:r>
            <a:br/>
            <a:r>
              <a:t>melaksanakan tugas saudara-saudara sebagai Panitia Pemilihan Pelayan Khusus di Jemaat GMIM “SYALOOM” DIMEMBE Wilayah DIMALAK dengan rajin dan setia,</a:t>
            </a:r>
            <a:br/>
            <a:r>
              <a:t>sebagaimana tercantum dalam TATA GEREJA GMIM;</a:t>
            </a:r>
            <a:br/>
            <a:r>
              <a:t>dan merahasiakan serta mempertanggungjawabkan segala sesuatu yang dipercayakan kepada saudara-saudara dalam melaksanakan tugas saudara-saudara?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ontserrat"/>
              </a:rPr>
              <a:t>3. Berjanjikah saudara-saudara untuk tetap hidup kudus sesuai kehendak Allah,</a:t>
            </a:r>
            <a:br/>
            <a:r>
              <a:t>supaya menjadi teladan bagi sesama manusia;</a:t>
            </a:r>
            <a:br/>
            <a:r>
              <a:t>melaksanakan tugas saudara-saudara sebagai Panitia Pemilihan Pelayan Khusus di Jemaat GMIM “SYALOOM” DIMEMBE Wilayah DIMALAK dengan rajin dan setia,</a:t>
            </a:r>
            <a:br/>
            <a:r>
              <a:t>sebagaimana tercantum dalam TATA GEREJA GMIM;</a:t>
            </a:r>
            <a:br/>
            <a:r>
              <a:t>dan merahasiakan serta mempertanggungjawabkan segala sesuatu yang dipercayakan kepada saudara-saudara dalam melaksanakan tugas saudara-saudara?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P	Atas pertanyaan tersebut, apakah jawab saudara-saudara?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P	Atas pertanyaan tersebut, apakah jawab saudara-saudara?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Calon : Ya, saya yakin, mengakui dan berjanji dengan segenap hati. 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Calon : Ya, saya yakin, mengakui dan berjanji dengan segenap hati. Amin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PELANTIKAN (Jemaat berdiri, yang dilantik berdiri)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PELANTIKAN (Jemaat berdiri, yang dilantik berdiri)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P	Berdasarkan jawab saudara-saudara, maka saya sebagai Pelayan Yesus Kristus,</a:t>
            </a:r>
            <a:br/>
            <a:r>
              <a:t>atas nama Badan Pekerja Majelis Sinode GMIM,</a:t>
            </a:r>
            <a:br/>
            <a:r>
              <a:t>melantik saudara-saudara menjadi Panitia Pemilihan Pelayan Khusus di Jemaat GMIM “SYALOOM” DIMEMBE Wilayah DIMALAK.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P	Berdasarkan jawab saudara-saudara, maka saya sebagai Pelayan Yesus Kristus,</a:t>
            </a:r>
            <a:br/>
            <a:r>
              <a:t>atas nama Badan Pekerja Majelis Sinode GMIM,</a:t>
            </a:r>
            <a:br/>
            <a:r>
              <a:t>melantik saudara-saudara menjadi Panitia Pemilihan Pelayan Khusus di Jemaat GMIM “SYALOOM” DIMEMBE Wilayah DIMALAK.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Semoga Allah Bapa kita dalam Yesus Kristus,</a:t>
            </a:r>
            <a:br/>
            <a:r>
              <a:t>yang telah memanggil saudara-saudara dalam pekerjaan pelayanan ini,</a:t>
            </a:r>
            <a:br/>
            <a:r>
              <a:t>menerangi saudara-saudara dengan Roh Kudus, supaya saudara berbuah bagi Allah. Amin.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Semoga Allah Bapa kita dalam Yesus Kristus,</a:t>
            </a:r>
            <a:br/>
            <a:r>
              <a:t>yang telah memanggil saudara-saudara dalam pekerjaan pelayanan ini,</a:t>
            </a:r>
            <a:br/>
            <a:r>
              <a:t>menerangi saudara-saudara dengan Roh Kudus, supaya saudara berbuah bagi Allah. Amin.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Yang dilantik menyanyi: KJ No. 363 “Bagi Yesus Kuserahkan”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Yang dilantik menyanyi: KJ No. 363 “Bagi Yesus Kuserahkan”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Bagi Yesus kuserahkan hidupku seluruhnya;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Bagi Yesus kuserahkan hidupku seluruhnya;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Hati dan perbuatanku, pun waktuku milikNya.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Hati dan perbuatanku, pun waktuku milikNya.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Bagi Yesus semuanya, pun waktuku milikNya.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Bagi Yesus semuanya, pun waktuku milikNya.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Bagi Yesus semuanya, pun waktuku milikNya.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Bagi Yesus semuanya, pun waktuku milikNya.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NASEHAT DAN PENYERAHAN TUGAS-TUGAS (Jemaat duduk, yang dilantik berdiri)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NASEHAT DAN PENYERAHAN TUGAS-TUGAS (Jemaat duduk, yang dilantik berdiri)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p	(sedang menyerahkan surat keputusan atau sesuatu yang lain yang bersangkut paut dengan tugas orang yang dilantik)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p	(sedang menyerahkan surat keputusan atau sesuatu yang lain yang bersangkut paut dengan tugas orang yang dilantik)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Firman Allah menasehati saudara-saudara “Dan kamu, saudara-saudara,</a:t>
            </a:r>
            <a:br/>
            <a:r>
              <a:t>janganlah jemu-jemu berbuat apa yang baik”. (2 Tesalonika 3:13)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Firman Allah menasehati saudara-saudara “Dan kamu, saudara-saudara,</a:t>
            </a:r>
            <a:br/>
            <a:r>
              <a:t>janganlah jemu-jemu berbuat apa yang baik”. (2 Tesalonika 3:13)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80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FFFFF"/>
                </a:solidFill>
                <a:latin typeface="Montserrat"/>
              </a:rPr>
              <a:t>(Yang dilantik menghadap jemaat)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P	(kepada jemaat)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P	(kepada jemaat)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  <a:latin typeface="Montserrat"/>
              </a:rPr>
              <a:t>Saudara-saudara anggota jemaat Yesus Kristus,</a:t>
            </a:r>
            <a:br/>
            <a:r>
              <a:t>sambutlah saudara-saudara yang dilantik menjadi Panitia Pemilihan Pelayan Khusus di Jemaat GMIM “SYALOOM” DIMEMBE Wilayah DIMALAK dengan sukacita dan terimalah mereka dengan penuh tanggung jawab,</a:t>
            </a:r>
            <a:br/>
            <a:r>
              <a:t>doakanlah mereka,</a:t>
            </a:r>
            <a:br/>
            <a:r>
              <a:t>supaya Jemaat GMIM “SYALOOM” DIMEMBE semakin mencapai tingkat pertumbuhan yang sesuai dengan kepenuhan Kristus.</a:t>
            </a:r>
            <a:br/>
            <a:r>
              <a:t>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Montserrat"/>
              </a:rPr>
              <a:t>Saudara-saudara anggota jemaat Yesus Kristus,</a:t>
            </a:r>
            <a:br/>
            <a:r>
              <a:t>sambutlah saudara-saudara yang dilantik menjadi Panitia Pemilihan Pelayan Khusus di Jemaat GMIM “SYALOOM” DIMEMBE Wilayah DIMALAK dengan sukacita dan terimalah mereka dengan penuh tanggung jawab,</a:t>
            </a:r>
            <a:br/>
            <a:r>
              <a:t>doakanlah mereka,</a:t>
            </a:r>
            <a:br/>
            <a:r>
              <a:t>supaya Jemaat GMIM “SYALOOM” DIMEMBE semakin mencapai tingkat pertumbuhan yang sesuai dengan kepenuhan Kristus.</a:t>
            </a:r>
            <a:br/>
            <a:r>
              <a:t>Amin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P+J	Menyanyi “Bekerja Bersama-Sama”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P+J	Menyanyi “Bekerja Bersama-Sama”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Bekerja bersama-sama jalan berdekat-dekat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Bekerja bersama-sama jalan berdekat-dekat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Hidup dan beramah-ramah bersehati sefakat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Hidup dan beramah-ramah bersehati sefakat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Jangan dengan mulut hanya hatimu patutlah berkata pada yang teman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Jangan dengan mulut hanya hatimu patutlah berkata pada yang teman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Angkat perjanjian yang tetap teguh rasa sama-sama susah dan senang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Angkat perjanjian yang tetap teguh rasa sama-sama susah dan senang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Jika kamu mau untung banyaklah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Jika kamu mau untung banyaklah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Jangan hidup jauh hanya jadi sehati sekerja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Jangan hidup jauh hanya jadi sehati sekerja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DOA UMUM (Jemaat duduk)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DOA UMUM (Jemaat duduk)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P 	Marilah kita berdoa : … (Doa persembahan, Doa syukur, Doa permohonan, Doa syafaat)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P 	Marilah kita berdoa : … (Doa persembahan, Doa syukur, Doa permohonan, Doa syafaat)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000000"/>
                </a:solidFill>
                <a:latin typeface="Montserrat"/>
              </a:rPr>
              <a:t>P	(Doa Bapa kami) Bapa kami yang di sorga, Dikuduskanlah nama-Mu, datanglah Kerajaan-Mu,</a:t>
            </a:r>
            <a:br/>
            <a:r>
              <a:t>jadilah kehendak-Mu di bumi seperti di sorga.</a:t>
            </a:r>
            <a:br/>
            <a:r>
              <a:t>Berikanlah kami pada hari ini makanan kami yang secukupnya dan ampunilah kami akan kesalahan kami,</a:t>
            </a:r>
            <a:br/>
            <a:r>
              <a:t>seperti kami juga mengampuni orang yang bersalah kepada kami;</a:t>
            </a:r>
            <a:br/>
            <a:r>
              <a:t>dan janganlah membawa kami ke dalam pencobaan,</a:t>
            </a:r>
            <a:br/>
            <a:r>
              <a:t>tetapi lepaskanlah kami dari pada yang jahat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Montserrat"/>
              </a:rPr>
              <a:t>P	(Doa Bapa kami) Bapa kami yang di sorga, Dikuduskanlah nama-Mu, datanglah Kerajaan-Mu,</a:t>
            </a:r>
            <a:br/>
            <a:r>
              <a:t>jadilah kehendak-Mu di bumi seperti di sorga.</a:t>
            </a:r>
            <a:br/>
            <a:r>
              <a:t>Berikanlah kami pada hari ini makanan kami yang secukupnya dan ampunilah kami akan kesalahan kami,</a:t>
            </a:r>
            <a:br/>
            <a:r>
              <a:t>seperti kami juga mengampuni orang yang bersalah kepada kami;</a:t>
            </a:r>
            <a:br/>
            <a:r>
              <a:t>dan janganlah membawa kami ke dalam pencobaan,</a:t>
            </a:r>
            <a:br/>
            <a:r>
              <a:t>tetapi lepaskanlah kami dari pada yang jahat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J	Karena Engkaulah yang empunya Kerajaan dan kuasa dan kemuliaan sampai selama-lamanya.</a:t>
            </a:r>
            <a:br/>
            <a:r>
              <a:t>Amin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J	Karena Engkaulah yang empunya Kerajaan dan kuasa dan kemuliaan sampai selama-lamanya.</a:t>
            </a:r>
            <a:br/>
            <a:r>
              <a:t>Amin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NYANYIAN PENUTUP (Jemaat berdiri)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2C94C"/>
                </a:solidFill>
                <a:latin typeface="Montserrat"/>
              </a:rPr>
              <a:t>Menyanyi Kerajaan Allah Datanglah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Kerajaan Allah datanglah bagi kami anak-anakMu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Kerajaan Allah datanglah bagi kami anak-anakMu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KerajaanMu datanglah ngalir dalam dunia, dunia yang kelam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KerajaanMu datanglah ngalir dalam dunia, dunia yang kelam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Akan meneguhkan hati yang lemah dan mendirikan damai senang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Akan meneguhkan hati yang lemah dan mendirikan damai senang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Datang kerajaan, kerajaan yang mulia masuk dalam dunia oleh Almasih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Datang kerajaan, kerajaan yang mulia masuk dalam dunia oleh Almasih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Datang kerajaan akan untung manusia. Itulah sentosa untuk s'lamanya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Datang kerajaan akan untung manusia. Itulah sentosa untuk s'lamanya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Kerajaan yang adil dan benar dan kuasaNya amat teguh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Kerajaan yang adil dan benar dan kuasaNya amat teguh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Di dalam susah ribut dan prang tempat berlindung dan berteduh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Di dalam susah ribut dan prang tempat berlindung dan berteduh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Masuklah hati tinggal tetap S'lamat sentosa sepenuh )2x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Masuklah hati tinggal tetap S'lamat sentosa sepenuh )2x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3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000000"/>
                </a:solidFill>
                <a:latin typeface="Montserrat"/>
              </a:rPr>
              <a:t>Datanglah... kerajaanNya...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  <a:latin typeface="Montserrat"/>
              </a:rPr>
              <a:t>Datanglah... kerajaanNya...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SALAM DAN BERKAT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FFFFF"/>
                </a:solidFill>
                <a:latin typeface="Montserrat"/>
              </a:rPr>
              <a:t>P	Sampaikanlah salam kepada tiap-tiap orang kudus dalam Yesus Kristus.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0">
                <a:solidFill>
                  <a:srgbClr val="FFFFFF"/>
                </a:solidFill>
                <a:latin typeface="Montserrat"/>
              </a:rPr>
              <a:t>P	Kasih karunia TUHAN Yesus Kristus,</a:t>
            </a:r>
            <a:br/>
            <a:r>
              <a:t>kasih Allah dan persekutuan Roh Kudus menyertai saudara sekalian.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3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Montserrat"/>
              </a:rPr>
              <a:t>J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768096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000000"/>
                </a:solidFill>
                <a:latin typeface="Montserrat"/>
              </a:rPr>
              <a:t>.................................... Saat Teduh ....................................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680960" cy="7680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0">
                <a:solidFill>
                  <a:srgbClr val="FFFFFF"/>
                </a:solidFill>
                <a:latin typeface="Montserrat"/>
              </a:rPr>
              <a:t>.................................... Saat Teduh ....................................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